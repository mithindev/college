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5536-4CA6-CAF2-56DE-2BB8D77BD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D9517-EC05-C184-0124-E4E190549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9E46-76A1-DA72-4627-D9A50CCC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2F333-06D1-25EB-70B7-30884A79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25302-67A6-3B3A-4AB2-E3F35C43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8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C323-4A6E-AC96-F9B2-90B8B44F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7DDA-1D26-7BC8-4972-FFD202954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133A4-419A-7E22-3BD9-AA3706F6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21BAE-F98B-6610-37F3-48A2C421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CDA4-D331-DEBD-CD17-AE1F7EB0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8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5BF7-1418-75AA-2250-9269B808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205C-896F-E295-950C-3E83A9C04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53DC8-16AA-6FF9-F08B-3F0340EB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E0864-5653-EF9F-7D08-03E4CF6B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EBAF-2844-238E-7A40-03D99651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7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476F-2A4D-B526-14E8-41EA7CCA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A2FB1-9ACB-5C8D-A139-E04A23C69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B6D1F-20B0-1373-FE8C-868ABAD9E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F56CB-FA08-46C9-C80E-7F595044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A3FAE-F449-8CFC-BCE3-BA4FDD61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F77C0-7C7F-2180-DDF0-F7DEDD46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27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4676-D067-6D8B-0A00-D557F44E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2CE39-9554-E211-C837-E5732FB80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6AB3E-C4CE-67D4-7DEF-EFA384A3A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FFD12-F904-59A4-7147-55643092C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DFC37-3D3B-8D39-9444-573265E9F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A734D-E094-A530-DC19-FD2C4B6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1B6A2-8458-7451-2A2D-37293C34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AE4B7-62D6-5B1D-87A3-E96DED53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1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1C91-19DA-671C-A612-13C2E2F4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076E2-B102-6F95-C30A-C60F08F1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47AE1-74C8-A8BB-64BE-94269173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E1EE7-66E3-79A2-1D49-2E0F3A9B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7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C339E-C5AB-33BD-D95E-28FCE383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7BBC7-06CF-FD87-208F-2D7341B6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7E517-4D38-88C0-2300-0AB3E33E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34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138B-DF72-703F-DBB1-36A42A3A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79A3-5153-3A5D-031D-16B2E31EF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27BBF-EF2D-2D3C-093F-73FD74F80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C483-E220-05A5-198C-A099E7BB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65AB3-5AE3-29C3-F5C4-54030FB9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61F02-9944-6B81-7335-98D555AC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2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FF09-57D5-36CD-B43B-38081604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EC5B7-CB6E-9AAA-C8C7-E6D0FB1BE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C5D6A-403A-7E58-56FB-251A70E59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BB7D6-33F8-7A58-0EBA-CDEF4F44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4DFE6-067D-A62C-4312-5C682D0B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9F2B9-813C-9F36-F806-E2EE86CA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67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030F-485D-7772-75D4-FC398532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2DBF5-3CBD-53BF-C120-41051C4BC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60697-B0AA-50E2-FE5A-7194071A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4BF3-469D-D7EE-A6FB-A7618EA4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A376-3271-D796-74E5-31D74569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04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2F47E-2B98-EC4B-B19E-416F9046D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903AD-0B1C-C041-DE64-E628963AF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41F8A-90F8-27F6-2D08-B797464F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B118F-8FBA-B6F9-AB24-AE7664D3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706D-C970-AA75-6EC0-4BA1B500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19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82E76-3AF9-D811-E91E-FF9E8445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BB10A-34A4-60C0-A8B7-917788C60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A95E1-930D-167F-9979-4456F5D96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9FB3A-7929-DF65-94CF-0D5BD022D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F4399-7651-7350-91A1-8DA131012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9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topia.org/blog/self-organized-learning-sugata-mitr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8B0813-6B6E-7945-6167-767C29DE5652}"/>
              </a:ext>
            </a:extLst>
          </p:cNvPr>
          <p:cNvSpPr/>
          <p:nvPr/>
        </p:nvSpPr>
        <p:spPr>
          <a:xfrm>
            <a:off x="174922" y="262458"/>
            <a:ext cx="11147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ChatGPT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Dialog with an Indian Student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7851B-119B-4AD3-B4AF-C5202E8BFEEA}"/>
              </a:ext>
            </a:extLst>
          </p:cNvPr>
          <p:cNvSpPr txBox="1"/>
          <p:nvPr/>
        </p:nvSpPr>
        <p:spPr>
          <a:xfrm>
            <a:off x="0" y="1361105"/>
            <a:ext cx="12269064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S:        I am from a state where all those who know how to spell mathematics is given an  A  grade. </a:t>
            </a:r>
          </a:p>
          <a:p>
            <a:r>
              <a:rPr lang="en-IN" sz="2000" dirty="0"/>
              <a:t>            After joining in Amrita CSE-AI course , I get  0 marks regularly . What should I do</a:t>
            </a:r>
          </a:p>
          <a:p>
            <a:endParaRPr lang="en-IN" sz="2800" dirty="0"/>
          </a:p>
          <a:p>
            <a:r>
              <a:rPr lang="en-IN" sz="2000" dirty="0" err="1"/>
              <a:t>ChatGPT</a:t>
            </a:r>
            <a:r>
              <a:rPr lang="en-IN" sz="2000" dirty="0"/>
              <a:t>: Change the way of learning.  Mathematics is not gymnastics with symbols alone. </a:t>
            </a:r>
          </a:p>
          <a:p>
            <a:r>
              <a:rPr lang="en-IN" sz="2000" dirty="0"/>
              <a:t>                  One can do computational experiments with simple tools like excel and </a:t>
            </a:r>
            <a:r>
              <a:rPr lang="en-IN" sz="2000" dirty="0" err="1"/>
              <a:t>matlab</a:t>
            </a:r>
            <a:r>
              <a:rPr lang="en-IN" sz="2000" dirty="0"/>
              <a:t> </a:t>
            </a:r>
          </a:p>
          <a:p>
            <a:r>
              <a:rPr lang="en-IN" sz="2000" dirty="0"/>
              <a:t>                   to learn abstract concepts.</a:t>
            </a:r>
          </a:p>
          <a:p>
            <a:r>
              <a:rPr lang="en-IN" sz="2000" dirty="0"/>
              <a:t>S:          But , I do not know programming</a:t>
            </a:r>
          </a:p>
          <a:p>
            <a:endParaRPr lang="en-IN" sz="2000" dirty="0"/>
          </a:p>
          <a:p>
            <a:r>
              <a:rPr lang="en-IN" sz="2000" dirty="0" err="1"/>
              <a:t>ChatGPT</a:t>
            </a:r>
            <a:r>
              <a:rPr lang="en-IN" sz="2000" dirty="0"/>
              <a:t>:   You need not know programming to do computational Experiments.</a:t>
            </a:r>
          </a:p>
          <a:p>
            <a:r>
              <a:rPr lang="en-IN" sz="2000" dirty="0"/>
              <a:t>                    What you need to know only ‘use of commands’. </a:t>
            </a:r>
          </a:p>
          <a:p>
            <a:r>
              <a:rPr lang="en-IN" sz="2000" dirty="0"/>
              <a:t>                    ‘Using Commands’ should not be equated with programming . You need only common sense</a:t>
            </a:r>
          </a:p>
          <a:p>
            <a:r>
              <a:rPr lang="en-IN" sz="2000" dirty="0"/>
              <a:t>                     An experiment was done in 1999 in India. It was called “A hole in the wall” </a:t>
            </a:r>
          </a:p>
          <a:p>
            <a:r>
              <a:rPr lang="en-IN" sz="2000" dirty="0"/>
              <a:t>                    </a:t>
            </a:r>
            <a:r>
              <a:rPr lang="en-IN" sz="2000" dirty="0">
                <a:hlinkClick r:id="rId2"/>
              </a:rPr>
              <a:t>https://www.edutopia.org/blog/self-organized-learning-sugata-mitra</a:t>
            </a:r>
            <a:endParaRPr lang="en-IN" sz="2000" dirty="0"/>
          </a:p>
          <a:p>
            <a:r>
              <a:rPr lang="en-IN" sz="2000" dirty="0"/>
              <a:t>                     It was found that the unfortunate(could not afford to get into schools) slum kids are really fast in learning</a:t>
            </a:r>
          </a:p>
          <a:p>
            <a:r>
              <a:rPr lang="en-IN" sz="2000" dirty="0"/>
              <a:t>                     use of computers on their own (by peer to peer learning) .</a:t>
            </a:r>
          </a:p>
          <a:p>
            <a:r>
              <a:rPr lang="en-IN" sz="2000" dirty="0"/>
              <a:t>                      Why not you learn in the same way.</a:t>
            </a:r>
          </a:p>
        </p:txBody>
      </p:sp>
    </p:spTree>
    <p:extLst>
      <p:ext uri="{BB962C8B-B14F-4D97-AF65-F5344CB8AC3E}">
        <p14:creationId xmlns:p14="http://schemas.microsoft.com/office/powerpoint/2010/main" val="1480936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2110E28-1174-795D-0863-C95A18F56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307330"/>
              </p:ext>
            </p:extLst>
          </p:nvPr>
        </p:nvGraphicFramePr>
        <p:xfrm>
          <a:off x="453640" y="1038097"/>
          <a:ext cx="10996612" cy="546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37080" imgH="3149280" progId="Equation.DSMT4">
                  <p:embed/>
                </p:oleObj>
              </mc:Choice>
              <mc:Fallback>
                <p:oleObj name="Equation" r:id="rId2" imgW="6337080" imgH="314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3640" y="1038097"/>
                        <a:ext cx="10996612" cy="5464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8A80412-CEF7-F4B2-1951-F155ED140B7D}"/>
              </a:ext>
            </a:extLst>
          </p:cNvPr>
          <p:cNvSpPr/>
          <p:nvPr/>
        </p:nvSpPr>
        <p:spPr>
          <a:xfrm>
            <a:off x="1392495" y="114767"/>
            <a:ext cx="7545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for Viva</a:t>
            </a:r>
          </a:p>
        </p:txBody>
      </p:sp>
    </p:spTree>
    <p:extLst>
      <p:ext uri="{BB962C8B-B14F-4D97-AF65-F5344CB8AC3E}">
        <p14:creationId xmlns:p14="http://schemas.microsoft.com/office/powerpoint/2010/main" val="373064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5035F8B-1E34-C85E-6F95-89098D04D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389778"/>
              </p:ext>
            </p:extLst>
          </p:nvPr>
        </p:nvGraphicFramePr>
        <p:xfrm>
          <a:off x="339725" y="533400"/>
          <a:ext cx="1004570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90960" imgH="2031840" progId="Equation.DSMT4">
                  <p:embed/>
                </p:oleObj>
              </mc:Choice>
              <mc:Fallback>
                <p:oleObj name="Equation" r:id="rId2" imgW="5790960" imgH="20318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2110E28-1174-795D-0863-C95A18F568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725" y="533400"/>
                        <a:ext cx="10045700" cy="352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467DAC9-93AF-4D04-EB3C-0A9EDE4CA688}"/>
              </a:ext>
            </a:extLst>
          </p:cNvPr>
          <p:cNvSpPr/>
          <p:nvPr/>
        </p:nvSpPr>
        <p:spPr>
          <a:xfrm>
            <a:off x="2051522" y="5609405"/>
            <a:ext cx="7545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for Viva</a:t>
            </a:r>
          </a:p>
        </p:txBody>
      </p:sp>
    </p:spTree>
    <p:extLst>
      <p:ext uri="{BB962C8B-B14F-4D97-AF65-F5344CB8AC3E}">
        <p14:creationId xmlns:p14="http://schemas.microsoft.com/office/powerpoint/2010/main" val="2763647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219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MathType 7.0 Equation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Soman K.P (CEN)</dc:creator>
  <cp:lastModifiedBy>Dr. Soman K.P (CEN)</cp:lastModifiedBy>
  <cp:revision>4</cp:revision>
  <dcterms:created xsi:type="dcterms:W3CDTF">2023-02-11T09:15:21Z</dcterms:created>
  <dcterms:modified xsi:type="dcterms:W3CDTF">2023-02-11T13:23:41Z</dcterms:modified>
</cp:coreProperties>
</file>