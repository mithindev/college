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34"/>
  </p:notesMasterIdLst>
  <p:sldIdLst>
    <p:sldId id="256" r:id="rId2"/>
    <p:sldId id="257" r:id="rId3"/>
    <p:sldId id="259" r:id="rId4"/>
    <p:sldId id="260" r:id="rId5"/>
    <p:sldId id="306" r:id="rId6"/>
    <p:sldId id="307" r:id="rId7"/>
    <p:sldId id="309" r:id="rId8"/>
    <p:sldId id="310" r:id="rId9"/>
    <p:sldId id="261" r:id="rId10"/>
    <p:sldId id="308" r:id="rId11"/>
    <p:sldId id="311" r:id="rId12"/>
    <p:sldId id="263" r:id="rId13"/>
    <p:sldId id="312" r:id="rId14"/>
    <p:sldId id="262" r:id="rId15"/>
    <p:sldId id="313" r:id="rId16"/>
    <p:sldId id="264" r:id="rId17"/>
    <p:sldId id="266" r:id="rId18"/>
    <p:sldId id="315" r:id="rId19"/>
    <p:sldId id="270" r:id="rId20"/>
    <p:sldId id="314" r:id="rId21"/>
    <p:sldId id="316" r:id="rId22"/>
    <p:sldId id="317" r:id="rId23"/>
    <p:sldId id="319" r:id="rId24"/>
    <p:sldId id="320" r:id="rId25"/>
    <p:sldId id="318" r:id="rId26"/>
    <p:sldId id="321" r:id="rId27"/>
    <p:sldId id="322" r:id="rId28"/>
    <p:sldId id="323" r:id="rId29"/>
    <p:sldId id="324" r:id="rId30"/>
    <p:sldId id="325" r:id="rId31"/>
    <p:sldId id="275" r:id="rId32"/>
    <p:sldId id="287" r:id="rId33"/>
  </p:sldIdLst>
  <p:sldSz cx="9144000" cy="5143500" type="screen16x9"/>
  <p:notesSz cx="6858000" cy="9144000"/>
  <p:embeddedFontLst>
    <p:embeddedFont>
      <p:font typeface="Bebas Neue" panose="020B0606020202050201" pitchFamily="34" charset="0"/>
      <p:regular r:id="rId35"/>
    </p:embeddedFont>
    <p:embeddedFont>
      <p:font typeface="Calibri" panose="020F0502020204030204" pitchFamily="34" charset="0"/>
      <p:regular r:id="rId36"/>
      <p:bold r:id="rId37"/>
      <p:italic r:id="rId38"/>
      <p:boldItalic r:id="rId39"/>
    </p:embeddedFont>
    <p:embeddedFont>
      <p:font typeface="Cambria Math" panose="02040503050406030204" pitchFamily="18" charset="0"/>
      <p:regular r:id="rId40"/>
    </p:embeddedFont>
    <p:embeddedFont>
      <p:font typeface="Consolas" panose="020B0609020204030204" pitchFamily="49" charset="0"/>
      <p:regular r:id="rId41"/>
      <p:bold r:id="rId42"/>
      <p:italic r:id="rId43"/>
      <p:boldItalic r:id="rId44"/>
    </p:embeddedFont>
    <p:embeddedFont>
      <p:font typeface="Jost" panose="020B0604020202020204" charset="0"/>
      <p:regular r:id="rId45"/>
      <p:bold r:id="rId46"/>
      <p:italic r:id="rId47"/>
      <p:boldItalic r:id="rId48"/>
    </p:embeddedFont>
    <p:embeddedFont>
      <p:font typeface="Poppins SemiBold" panose="00000700000000000000"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4D883E4-02CE-4933-9DA2-4898FB47A7D6}">
  <a:tblStyle styleId="{94D883E4-02CE-4933-9DA2-4898FB47A7D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 name="Google Shape;67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1971423ea8f_0_1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 name="Google Shape;691;g1971423ea8f_0_1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194ed7f6f26_2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5" name="Google Shape;765;g194ed7f6f26_2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194a9bf0ac1_0_1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194a9bf0ac1_0_1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174cb5d29fd_0_14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5" name="Google Shape;1085;g174cb5d29fd_0_1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8850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3"/>
        <p:cNvGrpSpPr/>
        <p:nvPr/>
      </p:nvGrpSpPr>
      <p:grpSpPr>
        <a:xfrm>
          <a:off x="0" y="0"/>
          <a:ext cx="0" cy="0"/>
          <a:chOff x="0" y="0"/>
          <a:chExt cx="0" cy="0"/>
        </a:xfrm>
      </p:grpSpPr>
      <p:sp>
        <p:nvSpPr>
          <p:cNvPr id="1654" name="Google Shape;1654;g174cb5d29fd_1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5" name="Google Shape;1655;g174cb5d29fd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2488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194a9bf0ac1_0_1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194a9bf0ac1_0_1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7667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94a9bf0ac1_0_1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94a9bf0ac1_0_1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8475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194a9bf0ac1_0_9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194a9bf0ac1_0_9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194a9bf0ac1_0_9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194a9bf0ac1_0_9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2491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94a9bf0ac1_0_1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94a9bf0ac1_0_1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7267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74cb5d29fd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74cb5d29fd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74cb5d29fd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74cb5d29fd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74357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94a9bf0ac1_0_1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94a9bf0ac1_0_1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194a9bf0ac1_0_1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194a9bf0ac1_0_1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7813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174cb5d29fd_0_1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6" name="Google Shape;1026;g174cb5d29fd_0_1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g174cb5d29fd_0_1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7" name="Google Shape;1157;g174cb5d29fd_0_16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g174cb5d29fd_0_1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7" name="Google Shape;1157;g174cb5d29fd_0_16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1829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g174cb5d29fd_0_16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5" name="Google Shape;1355;g174cb5d29fd_0_16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g174cb5d29fd_0_16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5" name="Google Shape;1355;g174cb5d29fd_0_16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45660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194a9bf0ac1_0_1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194a9bf0ac1_0_1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02859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94a9bf0ac1_0_1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94a9bf0ac1_0_1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92884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94a9bf0ac1_0_1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94a9bf0ac1_0_1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58389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94a9bf0ac1_0_1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94a9bf0ac1_0_1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381639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94a9bf0ac1_0_1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94a9bf0ac1_0_1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90067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94a9bf0ac1_0_1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94a9bf0ac1_0_1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335264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94a9bf0ac1_0_1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94a9bf0ac1_0_1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849711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94a9bf0ac1_0_1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94a9bf0ac1_0_1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436327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94a9bf0ac1_0_1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94a9bf0ac1_0_1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1109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194a9bf0ac1_0_1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194a9bf0ac1_0_1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4341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3"/>
        <p:cNvGrpSpPr/>
        <p:nvPr/>
      </p:nvGrpSpPr>
      <p:grpSpPr>
        <a:xfrm>
          <a:off x="0" y="0"/>
          <a:ext cx="0" cy="0"/>
          <a:chOff x="0" y="0"/>
          <a:chExt cx="0" cy="0"/>
        </a:xfrm>
      </p:grpSpPr>
      <p:sp>
        <p:nvSpPr>
          <p:cNvPr id="1654" name="Google Shape;1654;g174cb5d29fd_1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5" name="Google Shape;1655;g174cb5d29fd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4"/>
        <p:cNvGrpSpPr/>
        <p:nvPr/>
      </p:nvGrpSpPr>
      <p:grpSpPr>
        <a:xfrm>
          <a:off x="0" y="0"/>
          <a:ext cx="0" cy="0"/>
          <a:chOff x="0" y="0"/>
          <a:chExt cx="0" cy="0"/>
        </a:xfrm>
      </p:grpSpPr>
      <p:sp>
        <p:nvSpPr>
          <p:cNvPr id="2675" name="Google Shape;2675;g1971423ea8f_0_388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6" name="Google Shape;2676;g1971423ea8f_0_388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100" y="797350"/>
            <a:ext cx="4780800" cy="15813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SzPts val="5200"/>
              <a:buNone/>
              <a:defRPr sz="5200">
                <a:latin typeface="Poppins SemiBold"/>
                <a:ea typeface="Poppins SemiBold"/>
                <a:cs typeface="Poppins SemiBold"/>
                <a:sym typeface="Poppins Semi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5100" y="3390150"/>
            <a:ext cx="3412800" cy="4095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txBox="1">
            <a:spLocks noGrp="1"/>
          </p:cNvSpPr>
          <p:nvPr>
            <p:ph type="ctrTitle" idx="2"/>
          </p:nvPr>
        </p:nvSpPr>
        <p:spPr>
          <a:xfrm>
            <a:off x="1003313" y="2515538"/>
            <a:ext cx="1596900" cy="342900"/>
          </a:xfrm>
          <a:prstGeom prst="rect">
            <a:avLst/>
          </a:prstGeom>
        </p:spPr>
        <p:txBody>
          <a:bodyPr spcFirstLastPara="1" wrap="square" lIns="91425" tIns="91425" rIns="91425" bIns="91425" anchor="ctr" anchorCtr="0">
            <a:noAutofit/>
          </a:bodyPr>
          <a:lstStyle>
            <a:lvl1pPr lvl="0" algn="ctr" rtl="0">
              <a:lnSpc>
                <a:spcPct val="90000"/>
              </a:lnSpc>
              <a:spcBef>
                <a:spcPts val="0"/>
              </a:spcBef>
              <a:spcAft>
                <a:spcPts val="0"/>
              </a:spcAft>
              <a:buSzPts val="2300"/>
              <a:buNone/>
              <a:defRPr sz="2600">
                <a:solidFill>
                  <a:schemeClr val="accent2"/>
                </a:solidFill>
                <a:latin typeface="Poppins SemiBold"/>
                <a:ea typeface="Poppins SemiBold"/>
                <a:cs typeface="Poppins SemiBold"/>
                <a:sym typeface="Poppins SemiBold"/>
              </a:defRPr>
            </a:lvl1pPr>
            <a:lvl2pPr lvl="1" algn="ctr" rtl="0">
              <a:spcBef>
                <a:spcPts val="0"/>
              </a:spcBef>
              <a:spcAft>
                <a:spcPts val="0"/>
              </a:spcAft>
              <a:buSzPts val="2300"/>
              <a:buNone/>
              <a:defRPr sz="2300"/>
            </a:lvl2pPr>
            <a:lvl3pPr lvl="2" algn="ctr" rtl="0">
              <a:spcBef>
                <a:spcPts val="0"/>
              </a:spcBef>
              <a:spcAft>
                <a:spcPts val="0"/>
              </a:spcAft>
              <a:buSzPts val="2300"/>
              <a:buNone/>
              <a:defRPr sz="2300"/>
            </a:lvl3pPr>
            <a:lvl4pPr lvl="3" algn="ctr" rtl="0">
              <a:spcBef>
                <a:spcPts val="0"/>
              </a:spcBef>
              <a:spcAft>
                <a:spcPts val="0"/>
              </a:spcAft>
              <a:buSzPts val="2300"/>
              <a:buNone/>
              <a:defRPr sz="2300"/>
            </a:lvl4pPr>
            <a:lvl5pPr lvl="4" algn="ctr" rtl="0">
              <a:spcBef>
                <a:spcPts val="0"/>
              </a:spcBef>
              <a:spcAft>
                <a:spcPts val="0"/>
              </a:spcAft>
              <a:buSzPts val="2300"/>
              <a:buNone/>
              <a:defRPr sz="2300"/>
            </a:lvl5pPr>
            <a:lvl6pPr lvl="5" algn="ctr" rtl="0">
              <a:spcBef>
                <a:spcPts val="0"/>
              </a:spcBef>
              <a:spcAft>
                <a:spcPts val="0"/>
              </a:spcAft>
              <a:buSzPts val="2300"/>
              <a:buNone/>
              <a:defRPr sz="2300"/>
            </a:lvl6pPr>
            <a:lvl7pPr lvl="6" algn="ctr" rtl="0">
              <a:spcBef>
                <a:spcPts val="0"/>
              </a:spcBef>
              <a:spcAft>
                <a:spcPts val="0"/>
              </a:spcAft>
              <a:buSzPts val="2300"/>
              <a:buNone/>
              <a:defRPr sz="2300"/>
            </a:lvl7pPr>
            <a:lvl8pPr lvl="7" algn="ctr" rtl="0">
              <a:spcBef>
                <a:spcPts val="0"/>
              </a:spcBef>
              <a:spcAft>
                <a:spcPts val="0"/>
              </a:spcAft>
              <a:buSzPts val="2300"/>
              <a:buNone/>
              <a:defRPr sz="2300"/>
            </a:lvl8pPr>
            <a:lvl9pPr lvl="8" algn="ctr" rtl="0">
              <a:spcBef>
                <a:spcPts val="0"/>
              </a:spcBef>
              <a:spcAft>
                <a:spcPts val="0"/>
              </a:spcAft>
              <a:buSzPts val="2300"/>
              <a:buNone/>
              <a:defRPr sz="2300"/>
            </a:lvl9pPr>
          </a:lstStyle>
          <a:p>
            <a:endParaRPr/>
          </a:p>
        </p:txBody>
      </p:sp>
      <p:grpSp>
        <p:nvGrpSpPr>
          <p:cNvPr id="12" name="Google Shape;12;p2"/>
          <p:cNvGrpSpPr/>
          <p:nvPr/>
        </p:nvGrpSpPr>
        <p:grpSpPr>
          <a:xfrm>
            <a:off x="-16200" y="-5250"/>
            <a:ext cx="9176400" cy="5154000"/>
            <a:chOff x="-16200" y="-5250"/>
            <a:chExt cx="9176400" cy="5154000"/>
          </a:xfrm>
        </p:grpSpPr>
        <p:cxnSp>
          <p:nvCxnSpPr>
            <p:cNvPr id="13" name="Google Shape;13;p2"/>
            <p:cNvCxnSpPr/>
            <p:nvPr/>
          </p:nvCxnSpPr>
          <p:spPr>
            <a:xfrm>
              <a:off x="-16200" y="291325"/>
              <a:ext cx="9176400" cy="0"/>
            </a:xfrm>
            <a:prstGeom prst="straightConnector1">
              <a:avLst/>
            </a:prstGeom>
            <a:noFill/>
            <a:ln w="9525" cap="flat" cmpd="sng">
              <a:solidFill>
                <a:schemeClr val="accent2"/>
              </a:solidFill>
              <a:prstDash val="solid"/>
              <a:round/>
              <a:headEnd type="none" w="med" len="med"/>
              <a:tailEnd type="none" w="med" len="med"/>
            </a:ln>
          </p:spPr>
        </p:cxnSp>
        <p:grpSp>
          <p:nvGrpSpPr>
            <p:cNvPr id="14" name="Google Shape;14;p2"/>
            <p:cNvGrpSpPr/>
            <p:nvPr/>
          </p:nvGrpSpPr>
          <p:grpSpPr>
            <a:xfrm>
              <a:off x="367863" y="-5250"/>
              <a:ext cx="8440625" cy="5154000"/>
              <a:chOff x="369800" y="-5250"/>
              <a:chExt cx="8440625" cy="5154000"/>
            </a:xfrm>
          </p:grpSpPr>
          <p:cxnSp>
            <p:nvCxnSpPr>
              <p:cNvPr id="15" name="Google Shape;15;p2"/>
              <p:cNvCxnSpPr/>
              <p:nvPr/>
            </p:nvCxnSpPr>
            <p:spPr>
              <a:xfrm>
                <a:off x="369800" y="-5250"/>
                <a:ext cx="0" cy="5154000"/>
              </a:xfrm>
              <a:prstGeom prst="straightConnector1">
                <a:avLst/>
              </a:prstGeom>
              <a:noFill/>
              <a:ln w="9525" cap="flat" cmpd="sng">
                <a:solidFill>
                  <a:schemeClr val="accent2"/>
                </a:solidFill>
                <a:prstDash val="solid"/>
                <a:round/>
                <a:headEnd type="none" w="med" len="med"/>
                <a:tailEnd type="none" w="med" len="med"/>
              </a:ln>
            </p:spPr>
          </p:cxnSp>
          <p:cxnSp>
            <p:nvCxnSpPr>
              <p:cNvPr id="16" name="Google Shape;16;p2"/>
              <p:cNvCxnSpPr/>
              <p:nvPr/>
            </p:nvCxnSpPr>
            <p:spPr>
              <a:xfrm>
                <a:off x="8810425" y="-5250"/>
                <a:ext cx="0" cy="5154000"/>
              </a:xfrm>
              <a:prstGeom prst="straightConnector1">
                <a:avLst/>
              </a:prstGeom>
              <a:noFill/>
              <a:ln w="9525" cap="flat" cmpd="sng">
                <a:solidFill>
                  <a:schemeClr val="accent2"/>
                </a:solidFill>
                <a:prstDash val="solid"/>
                <a:round/>
                <a:headEnd type="none" w="med" len="med"/>
                <a:tailEnd type="none" w="med" len="med"/>
              </a:ln>
            </p:spPr>
          </p:cxnSp>
        </p:grpSp>
        <p:cxnSp>
          <p:nvCxnSpPr>
            <p:cNvPr id="17" name="Google Shape;17;p2"/>
            <p:cNvCxnSpPr/>
            <p:nvPr/>
          </p:nvCxnSpPr>
          <p:spPr>
            <a:xfrm>
              <a:off x="-16200" y="4876400"/>
              <a:ext cx="9176400" cy="0"/>
            </a:xfrm>
            <a:prstGeom prst="straightConnector1">
              <a:avLst/>
            </a:prstGeom>
            <a:noFill/>
            <a:ln w="9525" cap="flat" cmpd="sng">
              <a:solidFill>
                <a:schemeClr val="accent2"/>
              </a:solidFill>
              <a:prstDash val="solid"/>
              <a:round/>
              <a:headEnd type="none" w="med" len="med"/>
              <a:tailEnd type="none" w="med" len="med"/>
            </a:ln>
          </p:spPr>
        </p:cxnSp>
      </p:grpSp>
      <p:pic>
        <p:nvPicPr>
          <p:cNvPr id="18" name="Google Shape;18;p2"/>
          <p:cNvPicPr preferRelativeResize="0"/>
          <p:nvPr/>
        </p:nvPicPr>
        <p:blipFill rotWithShape="1">
          <a:blip r:embed="rId2">
            <a:alphaModFix/>
          </a:blip>
          <a:srcRect l="38590" t="3083" r="19019" b="2612"/>
          <a:stretch/>
        </p:blipFill>
        <p:spPr>
          <a:xfrm>
            <a:off x="5148550" y="297100"/>
            <a:ext cx="3656251" cy="4571999"/>
          </a:xfrm>
          <a:prstGeom prst="rect">
            <a:avLst/>
          </a:prstGeom>
          <a:noFill/>
          <a:ln w="9525" cap="flat" cmpd="sng">
            <a:solidFill>
              <a:schemeClr val="accent2"/>
            </a:solidFill>
            <a:prstDash val="solid"/>
            <a:round/>
            <a:headEnd type="none" w="sm" len="sm"/>
            <a:tailEnd type="none" w="sm" len="sm"/>
          </a:ln>
        </p:spPr>
      </p:pic>
      <p:sp>
        <p:nvSpPr>
          <p:cNvPr id="19" name="Google Shape;19;p2"/>
          <p:cNvSpPr>
            <a:spLocks noGrp="1"/>
          </p:cNvSpPr>
          <p:nvPr>
            <p:ph type="pic" idx="3"/>
          </p:nvPr>
        </p:nvSpPr>
        <p:spPr>
          <a:xfrm>
            <a:off x="5147875" y="297100"/>
            <a:ext cx="3657600" cy="4572000"/>
          </a:xfrm>
          <a:prstGeom prst="rect">
            <a:avLst/>
          </a:prstGeom>
          <a:noFill/>
          <a:ln w="9525" cap="flat" cmpd="sng">
            <a:solidFill>
              <a:srgbClr val="000000"/>
            </a:solidFill>
            <a:prstDash val="solid"/>
            <a:round/>
            <a:headEnd type="none" w="sm" len="sm"/>
            <a:tailEnd type="none" w="sm" len="sm"/>
          </a:ln>
        </p:spPr>
      </p:sp>
      <p:sp>
        <p:nvSpPr>
          <p:cNvPr id="20" name="Google Shape;20;p2"/>
          <p:cNvSpPr txBox="1">
            <a:spLocks noGrp="1"/>
          </p:cNvSpPr>
          <p:nvPr>
            <p:ph type="subTitle" idx="4"/>
          </p:nvPr>
        </p:nvSpPr>
        <p:spPr>
          <a:xfrm rot="-5400000">
            <a:off x="-2405850" y="2378350"/>
            <a:ext cx="5221200" cy="409500"/>
          </a:xfrm>
          <a:prstGeom prst="rect">
            <a:avLst/>
          </a:prstGeom>
          <a:solidFill>
            <a:schemeClr val="accent2"/>
          </a:solidFill>
        </p:spPr>
        <p:txBody>
          <a:bodyPr spcFirstLastPara="1" wrap="square" lIns="91425" tIns="91425" rIns="91425" bIns="91425" anchor="t" anchorCtr="0">
            <a:noAutofit/>
          </a:bodyPr>
          <a:lstStyle>
            <a:lvl1pPr lvl="0" algn="ctr">
              <a:spcBef>
                <a:spcPts val="0"/>
              </a:spcBef>
              <a:spcAft>
                <a:spcPts val="0"/>
              </a:spcAft>
              <a:buClr>
                <a:schemeClr val="lt1"/>
              </a:buClr>
              <a:buSzPts val="1400"/>
              <a:buNone/>
              <a:defRPr>
                <a:solidFill>
                  <a:schemeClr val="lt1"/>
                </a:solidFill>
              </a:defRPr>
            </a:lvl1pPr>
            <a:lvl2pPr lvl="1" algn="ctr">
              <a:spcBef>
                <a:spcPts val="1600"/>
              </a:spcBef>
              <a:spcAft>
                <a:spcPts val="0"/>
              </a:spcAft>
              <a:buClr>
                <a:schemeClr val="lt1"/>
              </a:buClr>
              <a:buSzPts val="1400"/>
              <a:buNone/>
              <a:defRPr>
                <a:solidFill>
                  <a:schemeClr val="lt1"/>
                </a:solidFill>
              </a:defRPr>
            </a:lvl2pPr>
            <a:lvl3pPr lvl="2" algn="ctr">
              <a:spcBef>
                <a:spcPts val="1600"/>
              </a:spcBef>
              <a:spcAft>
                <a:spcPts val="0"/>
              </a:spcAft>
              <a:buClr>
                <a:schemeClr val="lt1"/>
              </a:buClr>
              <a:buSzPts val="1400"/>
              <a:buNone/>
              <a:defRPr>
                <a:solidFill>
                  <a:schemeClr val="lt1"/>
                </a:solidFill>
              </a:defRPr>
            </a:lvl3pPr>
            <a:lvl4pPr lvl="3" algn="ctr">
              <a:spcBef>
                <a:spcPts val="1600"/>
              </a:spcBef>
              <a:spcAft>
                <a:spcPts val="0"/>
              </a:spcAft>
              <a:buClr>
                <a:schemeClr val="lt1"/>
              </a:buClr>
              <a:buSzPts val="1400"/>
              <a:buNone/>
              <a:defRPr>
                <a:solidFill>
                  <a:schemeClr val="lt1"/>
                </a:solidFill>
              </a:defRPr>
            </a:lvl4pPr>
            <a:lvl5pPr lvl="4" algn="ctr">
              <a:spcBef>
                <a:spcPts val="1600"/>
              </a:spcBef>
              <a:spcAft>
                <a:spcPts val="0"/>
              </a:spcAft>
              <a:buClr>
                <a:schemeClr val="lt1"/>
              </a:buClr>
              <a:buSzPts val="1400"/>
              <a:buNone/>
              <a:defRPr>
                <a:solidFill>
                  <a:schemeClr val="lt1"/>
                </a:solidFill>
              </a:defRPr>
            </a:lvl5pPr>
            <a:lvl6pPr lvl="5" algn="ctr">
              <a:spcBef>
                <a:spcPts val="1600"/>
              </a:spcBef>
              <a:spcAft>
                <a:spcPts val="0"/>
              </a:spcAft>
              <a:buClr>
                <a:schemeClr val="lt1"/>
              </a:buClr>
              <a:buSzPts val="1400"/>
              <a:buNone/>
              <a:defRPr>
                <a:solidFill>
                  <a:schemeClr val="lt1"/>
                </a:solidFill>
              </a:defRPr>
            </a:lvl6pPr>
            <a:lvl7pPr lvl="6" algn="ctr">
              <a:spcBef>
                <a:spcPts val="1600"/>
              </a:spcBef>
              <a:spcAft>
                <a:spcPts val="0"/>
              </a:spcAft>
              <a:buClr>
                <a:schemeClr val="lt1"/>
              </a:buClr>
              <a:buSzPts val="1400"/>
              <a:buNone/>
              <a:defRPr>
                <a:solidFill>
                  <a:schemeClr val="lt1"/>
                </a:solidFill>
              </a:defRPr>
            </a:lvl7pPr>
            <a:lvl8pPr lvl="7" algn="ctr">
              <a:spcBef>
                <a:spcPts val="1600"/>
              </a:spcBef>
              <a:spcAft>
                <a:spcPts val="0"/>
              </a:spcAft>
              <a:buClr>
                <a:schemeClr val="lt1"/>
              </a:buClr>
              <a:buSzPts val="1400"/>
              <a:buNone/>
              <a:defRPr>
                <a:solidFill>
                  <a:schemeClr val="lt1"/>
                </a:solidFill>
              </a:defRPr>
            </a:lvl8pPr>
            <a:lvl9pPr lvl="8" algn="ctr">
              <a:spcBef>
                <a:spcPts val="1600"/>
              </a:spcBef>
              <a:spcAft>
                <a:spcPts val="1600"/>
              </a:spcAft>
              <a:buClr>
                <a:schemeClr val="lt1"/>
              </a:buClr>
              <a:buSzPts val="1400"/>
              <a:buNone/>
              <a:defRPr>
                <a:solidFill>
                  <a:schemeClr val="lt1"/>
                </a:solidFill>
              </a:defRPr>
            </a:lvl9pPr>
          </a:lstStyle>
          <a:p>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2"/>
        </a:solidFill>
        <a:effectLst/>
      </p:bgPr>
    </p:bg>
    <p:spTree>
      <p:nvGrpSpPr>
        <p:cNvPr id="1" name="Shape 21"/>
        <p:cNvGrpSpPr/>
        <p:nvPr/>
      </p:nvGrpSpPr>
      <p:grpSpPr>
        <a:xfrm>
          <a:off x="0" y="0"/>
          <a:ext cx="0" cy="0"/>
          <a:chOff x="0" y="0"/>
          <a:chExt cx="0" cy="0"/>
        </a:xfrm>
      </p:grpSpPr>
      <p:sp>
        <p:nvSpPr>
          <p:cNvPr id="22" name="Google Shape;22;p3"/>
          <p:cNvSpPr/>
          <p:nvPr/>
        </p:nvSpPr>
        <p:spPr>
          <a:xfrm>
            <a:off x="716200" y="535350"/>
            <a:ext cx="7712700" cy="4073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 name="Google Shape;23;p3"/>
          <p:cNvGrpSpPr/>
          <p:nvPr/>
        </p:nvGrpSpPr>
        <p:grpSpPr>
          <a:xfrm>
            <a:off x="0" y="-5250"/>
            <a:ext cx="9144000" cy="5154000"/>
            <a:chOff x="0" y="-5250"/>
            <a:chExt cx="9144000" cy="5154000"/>
          </a:xfrm>
        </p:grpSpPr>
        <p:cxnSp>
          <p:nvCxnSpPr>
            <p:cNvPr id="24" name="Google Shape;24;p3"/>
            <p:cNvCxnSpPr/>
            <p:nvPr/>
          </p:nvCxnSpPr>
          <p:spPr>
            <a:xfrm>
              <a:off x="716194" y="-5250"/>
              <a:ext cx="0" cy="5154000"/>
            </a:xfrm>
            <a:prstGeom prst="straightConnector1">
              <a:avLst/>
            </a:prstGeom>
            <a:noFill/>
            <a:ln w="9525" cap="flat" cmpd="sng">
              <a:solidFill>
                <a:schemeClr val="lt1"/>
              </a:solidFill>
              <a:prstDash val="solid"/>
              <a:round/>
              <a:headEnd type="none" w="med" len="med"/>
              <a:tailEnd type="none" w="med" len="med"/>
            </a:ln>
          </p:spPr>
        </p:cxnSp>
        <p:cxnSp>
          <p:nvCxnSpPr>
            <p:cNvPr id="25" name="Google Shape;25;p3"/>
            <p:cNvCxnSpPr/>
            <p:nvPr/>
          </p:nvCxnSpPr>
          <p:spPr>
            <a:xfrm>
              <a:off x="8428990" y="-5250"/>
              <a:ext cx="0" cy="5154000"/>
            </a:xfrm>
            <a:prstGeom prst="straightConnector1">
              <a:avLst/>
            </a:prstGeom>
            <a:noFill/>
            <a:ln w="9525" cap="flat" cmpd="sng">
              <a:solidFill>
                <a:schemeClr val="lt1"/>
              </a:solidFill>
              <a:prstDash val="solid"/>
              <a:round/>
              <a:headEnd type="none" w="med" len="med"/>
              <a:tailEnd type="none" w="med" len="med"/>
            </a:ln>
          </p:spPr>
        </p:cxnSp>
        <p:cxnSp>
          <p:nvCxnSpPr>
            <p:cNvPr id="26" name="Google Shape;26;p3"/>
            <p:cNvCxnSpPr/>
            <p:nvPr/>
          </p:nvCxnSpPr>
          <p:spPr>
            <a:xfrm>
              <a:off x="0" y="4608507"/>
              <a:ext cx="9144000" cy="0"/>
            </a:xfrm>
            <a:prstGeom prst="straightConnector1">
              <a:avLst/>
            </a:prstGeom>
            <a:noFill/>
            <a:ln w="9525" cap="flat" cmpd="sng">
              <a:solidFill>
                <a:schemeClr val="lt1"/>
              </a:solidFill>
              <a:prstDash val="solid"/>
              <a:round/>
              <a:headEnd type="none" w="med" len="med"/>
              <a:tailEnd type="none" w="med" len="med"/>
            </a:ln>
          </p:spPr>
        </p:cxnSp>
        <p:cxnSp>
          <p:nvCxnSpPr>
            <p:cNvPr id="27" name="Google Shape;27;p3"/>
            <p:cNvCxnSpPr/>
            <p:nvPr/>
          </p:nvCxnSpPr>
          <p:spPr>
            <a:xfrm>
              <a:off x="0" y="535357"/>
              <a:ext cx="9144000" cy="0"/>
            </a:xfrm>
            <a:prstGeom prst="straightConnector1">
              <a:avLst/>
            </a:prstGeom>
            <a:noFill/>
            <a:ln w="9525" cap="flat" cmpd="sng">
              <a:solidFill>
                <a:schemeClr val="lt1"/>
              </a:solidFill>
              <a:prstDash val="solid"/>
              <a:round/>
              <a:headEnd type="none" w="med" len="med"/>
              <a:tailEnd type="none" w="med" len="med"/>
            </a:ln>
          </p:spPr>
        </p:cxnSp>
      </p:grpSp>
      <p:sp>
        <p:nvSpPr>
          <p:cNvPr id="28" name="Google Shape;28;p3"/>
          <p:cNvSpPr txBox="1">
            <a:spLocks noGrp="1"/>
          </p:cNvSpPr>
          <p:nvPr>
            <p:ph type="title"/>
          </p:nvPr>
        </p:nvSpPr>
        <p:spPr>
          <a:xfrm>
            <a:off x="1027025" y="2513200"/>
            <a:ext cx="37344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9" name="Google Shape;29;p3"/>
          <p:cNvSpPr txBox="1">
            <a:spLocks noGrp="1"/>
          </p:cNvSpPr>
          <p:nvPr>
            <p:ph type="title" idx="2" hasCustomPrompt="1"/>
          </p:nvPr>
        </p:nvSpPr>
        <p:spPr>
          <a:xfrm>
            <a:off x="1391075" y="1628450"/>
            <a:ext cx="1814100" cy="60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0" name="Google Shape;30;p3"/>
          <p:cNvSpPr txBox="1">
            <a:spLocks noGrp="1"/>
          </p:cNvSpPr>
          <p:nvPr>
            <p:ph type="subTitle" idx="1"/>
          </p:nvPr>
        </p:nvSpPr>
        <p:spPr>
          <a:xfrm>
            <a:off x="1027025" y="3465750"/>
            <a:ext cx="3734400" cy="473100"/>
          </a:xfrm>
          <a:prstGeom prst="rect">
            <a:avLst/>
          </a:prstGeom>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grpSp>
        <p:nvGrpSpPr>
          <p:cNvPr id="32" name="Google Shape;32;p4"/>
          <p:cNvGrpSpPr/>
          <p:nvPr/>
        </p:nvGrpSpPr>
        <p:grpSpPr>
          <a:xfrm>
            <a:off x="-16200" y="-5250"/>
            <a:ext cx="9176400" cy="5154000"/>
            <a:chOff x="-16200" y="-5250"/>
            <a:chExt cx="9176400" cy="5154000"/>
          </a:xfrm>
        </p:grpSpPr>
        <p:cxnSp>
          <p:nvCxnSpPr>
            <p:cNvPr id="33" name="Google Shape;33;p4"/>
            <p:cNvCxnSpPr/>
            <p:nvPr/>
          </p:nvCxnSpPr>
          <p:spPr>
            <a:xfrm>
              <a:off x="-16200" y="291325"/>
              <a:ext cx="9176400" cy="0"/>
            </a:xfrm>
            <a:prstGeom prst="straightConnector1">
              <a:avLst/>
            </a:prstGeom>
            <a:noFill/>
            <a:ln w="9525" cap="flat" cmpd="sng">
              <a:solidFill>
                <a:schemeClr val="accent2"/>
              </a:solidFill>
              <a:prstDash val="solid"/>
              <a:round/>
              <a:headEnd type="none" w="med" len="med"/>
              <a:tailEnd type="none" w="med" len="med"/>
            </a:ln>
          </p:spPr>
        </p:cxnSp>
        <p:grpSp>
          <p:nvGrpSpPr>
            <p:cNvPr id="34" name="Google Shape;34;p4"/>
            <p:cNvGrpSpPr/>
            <p:nvPr/>
          </p:nvGrpSpPr>
          <p:grpSpPr>
            <a:xfrm>
              <a:off x="367863" y="-5250"/>
              <a:ext cx="8440625" cy="5154000"/>
              <a:chOff x="369800" y="-5250"/>
              <a:chExt cx="8440625" cy="5154000"/>
            </a:xfrm>
          </p:grpSpPr>
          <p:cxnSp>
            <p:nvCxnSpPr>
              <p:cNvPr id="35" name="Google Shape;35;p4"/>
              <p:cNvCxnSpPr/>
              <p:nvPr/>
            </p:nvCxnSpPr>
            <p:spPr>
              <a:xfrm>
                <a:off x="369800" y="-5250"/>
                <a:ext cx="0" cy="5154000"/>
              </a:xfrm>
              <a:prstGeom prst="straightConnector1">
                <a:avLst/>
              </a:prstGeom>
              <a:noFill/>
              <a:ln w="9525" cap="flat" cmpd="sng">
                <a:solidFill>
                  <a:schemeClr val="accent2"/>
                </a:solidFill>
                <a:prstDash val="solid"/>
                <a:round/>
                <a:headEnd type="none" w="med" len="med"/>
                <a:tailEnd type="none" w="med" len="med"/>
              </a:ln>
            </p:spPr>
          </p:cxnSp>
          <p:cxnSp>
            <p:nvCxnSpPr>
              <p:cNvPr id="36" name="Google Shape;36;p4"/>
              <p:cNvCxnSpPr/>
              <p:nvPr/>
            </p:nvCxnSpPr>
            <p:spPr>
              <a:xfrm>
                <a:off x="8810425" y="-5250"/>
                <a:ext cx="0" cy="5154000"/>
              </a:xfrm>
              <a:prstGeom prst="straightConnector1">
                <a:avLst/>
              </a:prstGeom>
              <a:noFill/>
              <a:ln w="9525" cap="flat" cmpd="sng">
                <a:solidFill>
                  <a:schemeClr val="accent2"/>
                </a:solidFill>
                <a:prstDash val="solid"/>
                <a:round/>
                <a:headEnd type="none" w="med" len="med"/>
                <a:tailEnd type="none" w="med" len="med"/>
              </a:ln>
            </p:spPr>
          </p:cxnSp>
        </p:grpSp>
        <p:cxnSp>
          <p:nvCxnSpPr>
            <p:cNvPr id="37" name="Google Shape;37;p4"/>
            <p:cNvCxnSpPr/>
            <p:nvPr/>
          </p:nvCxnSpPr>
          <p:spPr>
            <a:xfrm>
              <a:off x="-16200" y="4876400"/>
              <a:ext cx="9176400" cy="0"/>
            </a:xfrm>
            <a:prstGeom prst="straightConnector1">
              <a:avLst/>
            </a:prstGeom>
            <a:noFill/>
            <a:ln w="9525" cap="flat" cmpd="sng">
              <a:solidFill>
                <a:schemeClr val="accent2"/>
              </a:solidFill>
              <a:prstDash val="solid"/>
              <a:round/>
              <a:headEnd type="none" w="med" len="med"/>
              <a:tailEnd type="none" w="med" len="med"/>
            </a:ln>
          </p:spPr>
        </p:cxnSp>
      </p:grpSp>
      <p:sp>
        <p:nvSpPr>
          <p:cNvPr id="38" name="Google Shape;38;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7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9" name="Google Shape;39;p4"/>
          <p:cNvSpPr txBox="1">
            <a:spLocks noGrp="1"/>
          </p:cNvSpPr>
          <p:nvPr>
            <p:ph type="body" idx="1"/>
          </p:nvPr>
        </p:nvSpPr>
        <p:spPr>
          <a:xfrm>
            <a:off x="720000" y="1152475"/>
            <a:ext cx="4597500" cy="3416400"/>
          </a:xfrm>
          <a:prstGeom prst="rect">
            <a:avLst/>
          </a:prstGeom>
        </p:spPr>
        <p:txBody>
          <a:bodyPr spcFirstLastPara="1" wrap="square" lIns="91425" tIns="91425" rIns="91425" bIns="91425" anchor="b" anchorCtr="0">
            <a:noAutofit/>
          </a:bodyPr>
          <a:lstStyle>
            <a:lvl1pPr marL="457200" lvl="0" indent="-317500" rtl="0">
              <a:spcBef>
                <a:spcPts val="0"/>
              </a:spcBef>
              <a:spcAft>
                <a:spcPts val="0"/>
              </a:spcAft>
              <a:buSzPts val="1400"/>
              <a:buChar char="●"/>
              <a:defRPr sz="1400">
                <a:solidFill>
                  <a:srgbClr val="434343"/>
                </a:solidFill>
              </a:defRPr>
            </a:lvl1pPr>
            <a:lvl2pPr marL="914400" lvl="1" indent="-317500" rtl="0">
              <a:lnSpc>
                <a:spcPct val="115000"/>
              </a:lnSpc>
              <a:spcBef>
                <a:spcPts val="0"/>
              </a:spcBef>
              <a:spcAft>
                <a:spcPts val="0"/>
              </a:spcAft>
              <a:buSzPts val="1400"/>
              <a:buChar char="○"/>
              <a:defRPr>
                <a:solidFill>
                  <a:srgbClr val="434343"/>
                </a:solidFill>
              </a:defRPr>
            </a:lvl2pPr>
            <a:lvl3pPr marL="1371600" lvl="2" indent="-317500" rtl="0">
              <a:lnSpc>
                <a:spcPct val="115000"/>
              </a:lnSpc>
              <a:spcBef>
                <a:spcPts val="0"/>
              </a:spcBef>
              <a:spcAft>
                <a:spcPts val="0"/>
              </a:spcAft>
              <a:buSzPts val="1400"/>
              <a:buChar char="■"/>
              <a:defRPr>
                <a:solidFill>
                  <a:srgbClr val="434343"/>
                </a:solidFill>
              </a:defRPr>
            </a:lvl3pPr>
            <a:lvl4pPr marL="1828800" lvl="3" indent="-317500" rtl="0">
              <a:lnSpc>
                <a:spcPct val="115000"/>
              </a:lnSpc>
              <a:spcBef>
                <a:spcPts val="0"/>
              </a:spcBef>
              <a:spcAft>
                <a:spcPts val="0"/>
              </a:spcAft>
              <a:buSzPts val="1400"/>
              <a:buChar char="●"/>
              <a:defRPr>
                <a:solidFill>
                  <a:srgbClr val="434343"/>
                </a:solidFill>
              </a:defRPr>
            </a:lvl4pPr>
            <a:lvl5pPr marL="2286000" lvl="4" indent="-317500" rtl="0">
              <a:lnSpc>
                <a:spcPct val="115000"/>
              </a:lnSpc>
              <a:spcBef>
                <a:spcPts val="0"/>
              </a:spcBef>
              <a:spcAft>
                <a:spcPts val="0"/>
              </a:spcAft>
              <a:buSzPts val="1400"/>
              <a:buChar char="○"/>
              <a:defRPr>
                <a:solidFill>
                  <a:srgbClr val="434343"/>
                </a:solidFill>
              </a:defRPr>
            </a:lvl5pPr>
            <a:lvl6pPr marL="2743200" lvl="5" indent="-317500" rtl="0">
              <a:lnSpc>
                <a:spcPct val="115000"/>
              </a:lnSpc>
              <a:spcBef>
                <a:spcPts val="0"/>
              </a:spcBef>
              <a:spcAft>
                <a:spcPts val="0"/>
              </a:spcAft>
              <a:buSzPts val="1400"/>
              <a:buChar char="■"/>
              <a:defRPr>
                <a:solidFill>
                  <a:srgbClr val="434343"/>
                </a:solidFill>
              </a:defRPr>
            </a:lvl6pPr>
            <a:lvl7pPr marL="3200400" lvl="6" indent="-317500" rtl="0">
              <a:lnSpc>
                <a:spcPct val="115000"/>
              </a:lnSpc>
              <a:spcBef>
                <a:spcPts val="0"/>
              </a:spcBef>
              <a:spcAft>
                <a:spcPts val="0"/>
              </a:spcAft>
              <a:buSzPts val="1400"/>
              <a:buChar char="●"/>
              <a:defRPr>
                <a:solidFill>
                  <a:srgbClr val="434343"/>
                </a:solidFill>
              </a:defRPr>
            </a:lvl7pPr>
            <a:lvl8pPr marL="3657600" lvl="7" indent="-317500" rtl="0">
              <a:lnSpc>
                <a:spcPct val="115000"/>
              </a:lnSpc>
              <a:spcBef>
                <a:spcPts val="0"/>
              </a:spcBef>
              <a:spcAft>
                <a:spcPts val="0"/>
              </a:spcAft>
              <a:buSzPts val="1400"/>
              <a:buChar char="○"/>
              <a:defRPr>
                <a:solidFill>
                  <a:srgbClr val="434343"/>
                </a:solidFill>
              </a:defRPr>
            </a:lvl8pPr>
            <a:lvl9pPr marL="4114800" lvl="8" indent="-317500" rtl="0">
              <a:lnSpc>
                <a:spcPct val="115000"/>
              </a:lnSpc>
              <a:spcBef>
                <a:spcPts val="0"/>
              </a:spcBef>
              <a:spcAft>
                <a:spcPts val="0"/>
              </a:spcAft>
              <a:buSzPts val="1400"/>
              <a:buChar char="■"/>
              <a:defRPr>
                <a:solidFill>
                  <a:srgbClr val="434343"/>
                </a:solidFill>
              </a:defRPr>
            </a:lvl9pPr>
          </a:lstStyle>
          <a:p>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0"/>
        <p:cNvGrpSpPr/>
        <p:nvPr/>
      </p:nvGrpSpPr>
      <p:grpSpPr>
        <a:xfrm>
          <a:off x="0" y="0"/>
          <a:ext cx="0" cy="0"/>
          <a:chOff x="0" y="0"/>
          <a:chExt cx="0" cy="0"/>
        </a:xfrm>
      </p:grpSpPr>
      <p:grpSp>
        <p:nvGrpSpPr>
          <p:cNvPr id="41" name="Google Shape;41;p5"/>
          <p:cNvGrpSpPr/>
          <p:nvPr/>
        </p:nvGrpSpPr>
        <p:grpSpPr>
          <a:xfrm>
            <a:off x="-16200" y="-5250"/>
            <a:ext cx="9176400" cy="5154000"/>
            <a:chOff x="-16200" y="-5250"/>
            <a:chExt cx="9176400" cy="5154000"/>
          </a:xfrm>
        </p:grpSpPr>
        <p:cxnSp>
          <p:nvCxnSpPr>
            <p:cNvPr id="42" name="Google Shape;42;p5"/>
            <p:cNvCxnSpPr/>
            <p:nvPr/>
          </p:nvCxnSpPr>
          <p:spPr>
            <a:xfrm>
              <a:off x="-16200" y="291325"/>
              <a:ext cx="9176400" cy="0"/>
            </a:xfrm>
            <a:prstGeom prst="straightConnector1">
              <a:avLst/>
            </a:prstGeom>
            <a:noFill/>
            <a:ln w="9525" cap="flat" cmpd="sng">
              <a:solidFill>
                <a:schemeClr val="accent2"/>
              </a:solidFill>
              <a:prstDash val="solid"/>
              <a:round/>
              <a:headEnd type="none" w="med" len="med"/>
              <a:tailEnd type="none" w="med" len="med"/>
            </a:ln>
          </p:spPr>
        </p:cxnSp>
        <p:grpSp>
          <p:nvGrpSpPr>
            <p:cNvPr id="43" name="Google Shape;43;p5"/>
            <p:cNvGrpSpPr/>
            <p:nvPr/>
          </p:nvGrpSpPr>
          <p:grpSpPr>
            <a:xfrm>
              <a:off x="367863" y="-5250"/>
              <a:ext cx="8440625" cy="5154000"/>
              <a:chOff x="369800" y="-5250"/>
              <a:chExt cx="8440625" cy="5154000"/>
            </a:xfrm>
          </p:grpSpPr>
          <p:cxnSp>
            <p:nvCxnSpPr>
              <p:cNvPr id="44" name="Google Shape;44;p5"/>
              <p:cNvCxnSpPr/>
              <p:nvPr/>
            </p:nvCxnSpPr>
            <p:spPr>
              <a:xfrm>
                <a:off x="369800" y="-5250"/>
                <a:ext cx="0" cy="5154000"/>
              </a:xfrm>
              <a:prstGeom prst="straightConnector1">
                <a:avLst/>
              </a:prstGeom>
              <a:noFill/>
              <a:ln w="9525" cap="flat" cmpd="sng">
                <a:solidFill>
                  <a:schemeClr val="accent2"/>
                </a:solidFill>
                <a:prstDash val="solid"/>
                <a:round/>
                <a:headEnd type="none" w="med" len="med"/>
                <a:tailEnd type="none" w="med" len="med"/>
              </a:ln>
            </p:spPr>
          </p:cxnSp>
          <p:cxnSp>
            <p:nvCxnSpPr>
              <p:cNvPr id="45" name="Google Shape;45;p5"/>
              <p:cNvCxnSpPr/>
              <p:nvPr/>
            </p:nvCxnSpPr>
            <p:spPr>
              <a:xfrm>
                <a:off x="8810425" y="-5250"/>
                <a:ext cx="0" cy="5154000"/>
              </a:xfrm>
              <a:prstGeom prst="straightConnector1">
                <a:avLst/>
              </a:prstGeom>
              <a:noFill/>
              <a:ln w="9525" cap="flat" cmpd="sng">
                <a:solidFill>
                  <a:schemeClr val="accent2"/>
                </a:solidFill>
                <a:prstDash val="solid"/>
                <a:round/>
                <a:headEnd type="none" w="med" len="med"/>
                <a:tailEnd type="none" w="med" len="med"/>
              </a:ln>
            </p:spPr>
          </p:cxnSp>
        </p:grpSp>
        <p:cxnSp>
          <p:nvCxnSpPr>
            <p:cNvPr id="46" name="Google Shape;46;p5"/>
            <p:cNvCxnSpPr/>
            <p:nvPr/>
          </p:nvCxnSpPr>
          <p:spPr>
            <a:xfrm>
              <a:off x="-16200" y="4876400"/>
              <a:ext cx="9176400" cy="0"/>
            </a:xfrm>
            <a:prstGeom prst="straightConnector1">
              <a:avLst/>
            </a:prstGeom>
            <a:noFill/>
            <a:ln w="9525" cap="flat" cmpd="sng">
              <a:solidFill>
                <a:schemeClr val="accent2"/>
              </a:solidFill>
              <a:prstDash val="solid"/>
              <a:round/>
              <a:headEnd type="none" w="med" len="med"/>
              <a:tailEnd type="none" w="med" len="med"/>
            </a:ln>
          </p:spPr>
        </p:cxnSp>
      </p:grpSp>
      <p:sp>
        <p:nvSpPr>
          <p:cNvPr id="47" name="Google Shape;47;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7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8" name="Google Shape;48;p5"/>
          <p:cNvSpPr txBox="1">
            <a:spLocks noGrp="1"/>
          </p:cNvSpPr>
          <p:nvPr>
            <p:ph type="subTitle" idx="1"/>
          </p:nvPr>
        </p:nvSpPr>
        <p:spPr>
          <a:xfrm>
            <a:off x="1770763" y="2060118"/>
            <a:ext cx="2336400" cy="1707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49" name="Google Shape;49;p5"/>
          <p:cNvSpPr txBox="1">
            <a:spLocks noGrp="1"/>
          </p:cNvSpPr>
          <p:nvPr>
            <p:ph type="subTitle" idx="2"/>
          </p:nvPr>
        </p:nvSpPr>
        <p:spPr>
          <a:xfrm>
            <a:off x="1765850" y="1710893"/>
            <a:ext cx="2336400" cy="437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SemiBold"/>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2pPr>
            <a:lvl3pPr lvl="2"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3pPr>
            <a:lvl4pPr lvl="3"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4pPr>
            <a:lvl5pPr lvl="4"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5pPr>
            <a:lvl6pPr lvl="5"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6pPr>
            <a:lvl7pPr lvl="6"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7pPr>
            <a:lvl8pPr lvl="7"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8pPr>
            <a:lvl9pPr lvl="8"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9pPr>
          </a:lstStyle>
          <a:p>
            <a:endParaRPr/>
          </a:p>
        </p:txBody>
      </p:sp>
      <p:sp>
        <p:nvSpPr>
          <p:cNvPr id="50" name="Google Shape;50;p5"/>
          <p:cNvSpPr txBox="1">
            <a:spLocks noGrp="1"/>
          </p:cNvSpPr>
          <p:nvPr>
            <p:ph type="subTitle" idx="3"/>
          </p:nvPr>
        </p:nvSpPr>
        <p:spPr>
          <a:xfrm>
            <a:off x="5041738" y="2060118"/>
            <a:ext cx="2336400" cy="1707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51" name="Google Shape;51;p5"/>
          <p:cNvSpPr txBox="1">
            <a:spLocks noGrp="1"/>
          </p:cNvSpPr>
          <p:nvPr>
            <p:ph type="subTitle" idx="4"/>
          </p:nvPr>
        </p:nvSpPr>
        <p:spPr>
          <a:xfrm>
            <a:off x="5036825" y="1710893"/>
            <a:ext cx="2336400" cy="437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SemiBold"/>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2pPr>
            <a:lvl3pPr lvl="2"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3pPr>
            <a:lvl4pPr lvl="3"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4pPr>
            <a:lvl5pPr lvl="4"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5pPr>
            <a:lvl6pPr lvl="5"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6pPr>
            <a:lvl7pPr lvl="6"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7pPr>
            <a:lvl8pPr lvl="7"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8pPr>
            <a:lvl9pPr lvl="8"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9pPr>
          </a:lstStyle>
          <a:p>
            <a:endParaRPr/>
          </a:p>
        </p:txBody>
      </p:sp>
      <p:sp>
        <p:nvSpPr>
          <p:cNvPr id="52" name="Google Shape;52;p5"/>
          <p:cNvSpPr/>
          <p:nvPr/>
        </p:nvSpPr>
        <p:spPr>
          <a:xfrm>
            <a:off x="151600" y="3310000"/>
            <a:ext cx="684600" cy="684600"/>
          </a:xfrm>
          <a:prstGeom prst="star32">
            <a:avLst>
              <a:gd name="adj" fmla="val 1706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7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5" name="Google Shape;55;p6"/>
          <p:cNvGrpSpPr/>
          <p:nvPr/>
        </p:nvGrpSpPr>
        <p:grpSpPr>
          <a:xfrm>
            <a:off x="-16200" y="-5250"/>
            <a:ext cx="9176400" cy="5154000"/>
            <a:chOff x="-16200" y="-5250"/>
            <a:chExt cx="9176400" cy="5154000"/>
          </a:xfrm>
        </p:grpSpPr>
        <p:cxnSp>
          <p:nvCxnSpPr>
            <p:cNvPr id="56" name="Google Shape;56;p6"/>
            <p:cNvCxnSpPr/>
            <p:nvPr/>
          </p:nvCxnSpPr>
          <p:spPr>
            <a:xfrm>
              <a:off x="-16200" y="291325"/>
              <a:ext cx="9176400" cy="0"/>
            </a:xfrm>
            <a:prstGeom prst="straightConnector1">
              <a:avLst/>
            </a:prstGeom>
            <a:noFill/>
            <a:ln w="9525" cap="flat" cmpd="sng">
              <a:solidFill>
                <a:schemeClr val="accent2"/>
              </a:solidFill>
              <a:prstDash val="solid"/>
              <a:round/>
              <a:headEnd type="none" w="med" len="med"/>
              <a:tailEnd type="none" w="med" len="med"/>
            </a:ln>
          </p:spPr>
        </p:cxnSp>
        <p:grpSp>
          <p:nvGrpSpPr>
            <p:cNvPr id="57" name="Google Shape;57;p6"/>
            <p:cNvGrpSpPr/>
            <p:nvPr/>
          </p:nvGrpSpPr>
          <p:grpSpPr>
            <a:xfrm>
              <a:off x="367863" y="-5250"/>
              <a:ext cx="8440625" cy="5154000"/>
              <a:chOff x="369800" y="-5250"/>
              <a:chExt cx="8440625" cy="5154000"/>
            </a:xfrm>
          </p:grpSpPr>
          <p:cxnSp>
            <p:nvCxnSpPr>
              <p:cNvPr id="58" name="Google Shape;58;p6"/>
              <p:cNvCxnSpPr/>
              <p:nvPr/>
            </p:nvCxnSpPr>
            <p:spPr>
              <a:xfrm>
                <a:off x="369800" y="-5250"/>
                <a:ext cx="0" cy="5154000"/>
              </a:xfrm>
              <a:prstGeom prst="straightConnector1">
                <a:avLst/>
              </a:prstGeom>
              <a:noFill/>
              <a:ln w="9525" cap="flat" cmpd="sng">
                <a:solidFill>
                  <a:schemeClr val="accent2"/>
                </a:solidFill>
                <a:prstDash val="solid"/>
                <a:round/>
                <a:headEnd type="none" w="med" len="med"/>
                <a:tailEnd type="none" w="med" len="med"/>
              </a:ln>
            </p:spPr>
          </p:cxnSp>
          <p:cxnSp>
            <p:nvCxnSpPr>
              <p:cNvPr id="59" name="Google Shape;59;p6"/>
              <p:cNvCxnSpPr/>
              <p:nvPr/>
            </p:nvCxnSpPr>
            <p:spPr>
              <a:xfrm>
                <a:off x="8810425" y="-5250"/>
                <a:ext cx="0" cy="5154000"/>
              </a:xfrm>
              <a:prstGeom prst="straightConnector1">
                <a:avLst/>
              </a:prstGeom>
              <a:noFill/>
              <a:ln w="9525" cap="flat" cmpd="sng">
                <a:solidFill>
                  <a:schemeClr val="accent2"/>
                </a:solidFill>
                <a:prstDash val="solid"/>
                <a:round/>
                <a:headEnd type="none" w="med" len="med"/>
                <a:tailEnd type="none" w="med" len="med"/>
              </a:ln>
            </p:spPr>
          </p:cxnSp>
        </p:grpSp>
        <p:cxnSp>
          <p:nvCxnSpPr>
            <p:cNvPr id="60" name="Google Shape;60;p6"/>
            <p:cNvCxnSpPr/>
            <p:nvPr/>
          </p:nvCxnSpPr>
          <p:spPr>
            <a:xfrm>
              <a:off x="-16200" y="4876400"/>
              <a:ext cx="9176400" cy="0"/>
            </a:xfrm>
            <a:prstGeom prst="straightConnector1">
              <a:avLst/>
            </a:prstGeom>
            <a:noFill/>
            <a:ln w="9525" cap="flat" cmpd="sng">
              <a:solidFill>
                <a:schemeClr val="accent2"/>
              </a:solidFill>
              <a:prstDash val="solid"/>
              <a:round/>
              <a:headEnd type="none" w="med" len="med"/>
              <a:tailEnd type="none" w="med" len="med"/>
            </a:ln>
          </p:spPr>
        </p:cxnSp>
      </p:grpSp>
      <p:sp>
        <p:nvSpPr>
          <p:cNvPr id="61" name="Google Shape;61;p6"/>
          <p:cNvSpPr/>
          <p:nvPr/>
        </p:nvSpPr>
        <p:spPr>
          <a:xfrm>
            <a:off x="5989453" y="4593788"/>
            <a:ext cx="572700" cy="572700"/>
          </a:xfrm>
          <a:prstGeom prst="star32">
            <a:avLst>
              <a:gd name="adj" fmla="val 29602"/>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a:off x="256500" y="1253800"/>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3"/>
        <p:cNvGrpSpPr/>
        <p:nvPr/>
      </p:nvGrpSpPr>
      <p:grpSpPr>
        <a:xfrm>
          <a:off x="0" y="0"/>
          <a:ext cx="0" cy="0"/>
          <a:chOff x="0" y="0"/>
          <a:chExt cx="0" cy="0"/>
        </a:xfrm>
      </p:grpSpPr>
      <p:grpSp>
        <p:nvGrpSpPr>
          <p:cNvPr id="64" name="Google Shape;64;p7"/>
          <p:cNvGrpSpPr/>
          <p:nvPr/>
        </p:nvGrpSpPr>
        <p:grpSpPr>
          <a:xfrm>
            <a:off x="-16200" y="-5250"/>
            <a:ext cx="9176400" cy="5154000"/>
            <a:chOff x="-16200" y="-5250"/>
            <a:chExt cx="9176400" cy="5154000"/>
          </a:xfrm>
        </p:grpSpPr>
        <p:cxnSp>
          <p:nvCxnSpPr>
            <p:cNvPr id="65" name="Google Shape;65;p7"/>
            <p:cNvCxnSpPr/>
            <p:nvPr/>
          </p:nvCxnSpPr>
          <p:spPr>
            <a:xfrm>
              <a:off x="-16200" y="291325"/>
              <a:ext cx="9176400" cy="0"/>
            </a:xfrm>
            <a:prstGeom prst="straightConnector1">
              <a:avLst/>
            </a:prstGeom>
            <a:noFill/>
            <a:ln w="9525" cap="flat" cmpd="sng">
              <a:solidFill>
                <a:schemeClr val="accent2"/>
              </a:solidFill>
              <a:prstDash val="solid"/>
              <a:round/>
              <a:headEnd type="none" w="med" len="med"/>
              <a:tailEnd type="none" w="med" len="med"/>
            </a:ln>
          </p:spPr>
        </p:cxnSp>
        <p:grpSp>
          <p:nvGrpSpPr>
            <p:cNvPr id="66" name="Google Shape;66;p7"/>
            <p:cNvGrpSpPr/>
            <p:nvPr/>
          </p:nvGrpSpPr>
          <p:grpSpPr>
            <a:xfrm>
              <a:off x="367863" y="-5250"/>
              <a:ext cx="8440625" cy="5154000"/>
              <a:chOff x="369800" y="-5250"/>
              <a:chExt cx="8440625" cy="5154000"/>
            </a:xfrm>
          </p:grpSpPr>
          <p:cxnSp>
            <p:nvCxnSpPr>
              <p:cNvPr id="67" name="Google Shape;67;p7"/>
              <p:cNvCxnSpPr/>
              <p:nvPr/>
            </p:nvCxnSpPr>
            <p:spPr>
              <a:xfrm>
                <a:off x="369800" y="-5250"/>
                <a:ext cx="0" cy="5154000"/>
              </a:xfrm>
              <a:prstGeom prst="straightConnector1">
                <a:avLst/>
              </a:prstGeom>
              <a:noFill/>
              <a:ln w="9525" cap="flat" cmpd="sng">
                <a:solidFill>
                  <a:schemeClr val="accent2"/>
                </a:solidFill>
                <a:prstDash val="solid"/>
                <a:round/>
                <a:headEnd type="none" w="med" len="med"/>
                <a:tailEnd type="none" w="med" len="med"/>
              </a:ln>
            </p:spPr>
          </p:cxnSp>
          <p:cxnSp>
            <p:nvCxnSpPr>
              <p:cNvPr id="68" name="Google Shape;68;p7"/>
              <p:cNvCxnSpPr/>
              <p:nvPr/>
            </p:nvCxnSpPr>
            <p:spPr>
              <a:xfrm>
                <a:off x="8810425" y="-5250"/>
                <a:ext cx="0" cy="5154000"/>
              </a:xfrm>
              <a:prstGeom prst="straightConnector1">
                <a:avLst/>
              </a:prstGeom>
              <a:noFill/>
              <a:ln w="9525" cap="flat" cmpd="sng">
                <a:solidFill>
                  <a:schemeClr val="accent2"/>
                </a:solidFill>
                <a:prstDash val="solid"/>
                <a:round/>
                <a:headEnd type="none" w="med" len="med"/>
                <a:tailEnd type="none" w="med" len="med"/>
              </a:ln>
            </p:spPr>
          </p:cxnSp>
        </p:grpSp>
        <p:cxnSp>
          <p:nvCxnSpPr>
            <p:cNvPr id="69" name="Google Shape;69;p7"/>
            <p:cNvCxnSpPr/>
            <p:nvPr/>
          </p:nvCxnSpPr>
          <p:spPr>
            <a:xfrm>
              <a:off x="-16200" y="4876400"/>
              <a:ext cx="9176400" cy="0"/>
            </a:xfrm>
            <a:prstGeom prst="straightConnector1">
              <a:avLst/>
            </a:prstGeom>
            <a:noFill/>
            <a:ln w="9525" cap="flat" cmpd="sng">
              <a:solidFill>
                <a:schemeClr val="accent2"/>
              </a:solidFill>
              <a:prstDash val="solid"/>
              <a:round/>
              <a:headEnd type="none" w="med" len="med"/>
              <a:tailEnd type="none" w="med" len="med"/>
            </a:ln>
          </p:spPr>
        </p:cxnSp>
      </p:grpSp>
      <p:sp>
        <p:nvSpPr>
          <p:cNvPr id="70" name="Google Shape;70;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7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1" name="Google Shape;71;p7"/>
          <p:cNvSpPr txBox="1">
            <a:spLocks noGrp="1"/>
          </p:cNvSpPr>
          <p:nvPr>
            <p:ph type="body" idx="1"/>
          </p:nvPr>
        </p:nvSpPr>
        <p:spPr>
          <a:xfrm>
            <a:off x="720000" y="1152475"/>
            <a:ext cx="7704000" cy="3858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rgbClr val="434343"/>
              </a:buClr>
              <a:buSzPts val="1400"/>
              <a:buChar char="●"/>
              <a:defRPr sz="1200"/>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113"/>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42"/>
        <p:cNvGrpSpPr/>
        <p:nvPr/>
      </p:nvGrpSpPr>
      <p:grpSpPr>
        <a:xfrm>
          <a:off x="0" y="0"/>
          <a:ext cx="0" cy="0"/>
          <a:chOff x="0" y="0"/>
          <a:chExt cx="0" cy="0"/>
        </a:xfrm>
      </p:grpSpPr>
      <p:grpSp>
        <p:nvGrpSpPr>
          <p:cNvPr id="143" name="Google Shape;143;p14"/>
          <p:cNvGrpSpPr/>
          <p:nvPr/>
        </p:nvGrpSpPr>
        <p:grpSpPr>
          <a:xfrm>
            <a:off x="-16200" y="-5250"/>
            <a:ext cx="9176400" cy="5154000"/>
            <a:chOff x="-16200" y="-5250"/>
            <a:chExt cx="9176400" cy="5154000"/>
          </a:xfrm>
        </p:grpSpPr>
        <p:cxnSp>
          <p:nvCxnSpPr>
            <p:cNvPr id="144" name="Google Shape;144;p14"/>
            <p:cNvCxnSpPr/>
            <p:nvPr/>
          </p:nvCxnSpPr>
          <p:spPr>
            <a:xfrm>
              <a:off x="-16200" y="291325"/>
              <a:ext cx="9176400" cy="0"/>
            </a:xfrm>
            <a:prstGeom prst="straightConnector1">
              <a:avLst/>
            </a:prstGeom>
            <a:noFill/>
            <a:ln w="9525" cap="flat" cmpd="sng">
              <a:solidFill>
                <a:schemeClr val="accent2"/>
              </a:solidFill>
              <a:prstDash val="solid"/>
              <a:round/>
              <a:headEnd type="none" w="med" len="med"/>
              <a:tailEnd type="none" w="med" len="med"/>
            </a:ln>
          </p:spPr>
        </p:cxnSp>
        <p:grpSp>
          <p:nvGrpSpPr>
            <p:cNvPr id="145" name="Google Shape;145;p14"/>
            <p:cNvGrpSpPr/>
            <p:nvPr/>
          </p:nvGrpSpPr>
          <p:grpSpPr>
            <a:xfrm>
              <a:off x="367863" y="-5250"/>
              <a:ext cx="8440625" cy="5154000"/>
              <a:chOff x="369800" y="-5250"/>
              <a:chExt cx="8440625" cy="5154000"/>
            </a:xfrm>
          </p:grpSpPr>
          <p:cxnSp>
            <p:nvCxnSpPr>
              <p:cNvPr id="146" name="Google Shape;146;p14"/>
              <p:cNvCxnSpPr/>
              <p:nvPr/>
            </p:nvCxnSpPr>
            <p:spPr>
              <a:xfrm>
                <a:off x="369800" y="-5250"/>
                <a:ext cx="0" cy="5154000"/>
              </a:xfrm>
              <a:prstGeom prst="straightConnector1">
                <a:avLst/>
              </a:prstGeom>
              <a:noFill/>
              <a:ln w="9525" cap="flat" cmpd="sng">
                <a:solidFill>
                  <a:schemeClr val="accent2"/>
                </a:solidFill>
                <a:prstDash val="solid"/>
                <a:round/>
                <a:headEnd type="none" w="med" len="med"/>
                <a:tailEnd type="none" w="med" len="med"/>
              </a:ln>
            </p:spPr>
          </p:cxnSp>
          <p:cxnSp>
            <p:nvCxnSpPr>
              <p:cNvPr id="147" name="Google Shape;147;p14"/>
              <p:cNvCxnSpPr/>
              <p:nvPr/>
            </p:nvCxnSpPr>
            <p:spPr>
              <a:xfrm>
                <a:off x="8810425" y="-5250"/>
                <a:ext cx="0" cy="5154000"/>
              </a:xfrm>
              <a:prstGeom prst="straightConnector1">
                <a:avLst/>
              </a:prstGeom>
              <a:noFill/>
              <a:ln w="9525" cap="flat" cmpd="sng">
                <a:solidFill>
                  <a:schemeClr val="accent2"/>
                </a:solidFill>
                <a:prstDash val="solid"/>
                <a:round/>
                <a:headEnd type="none" w="med" len="med"/>
                <a:tailEnd type="none" w="med" len="med"/>
              </a:ln>
            </p:spPr>
          </p:cxnSp>
        </p:grpSp>
        <p:cxnSp>
          <p:nvCxnSpPr>
            <p:cNvPr id="148" name="Google Shape;148;p14"/>
            <p:cNvCxnSpPr/>
            <p:nvPr/>
          </p:nvCxnSpPr>
          <p:spPr>
            <a:xfrm>
              <a:off x="-16200" y="4876400"/>
              <a:ext cx="9176400" cy="0"/>
            </a:xfrm>
            <a:prstGeom prst="straightConnector1">
              <a:avLst/>
            </a:prstGeom>
            <a:noFill/>
            <a:ln w="9525" cap="flat" cmpd="sng">
              <a:solidFill>
                <a:schemeClr val="accent2"/>
              </a:solidFill>
              <a:prstDash val="solid"/>
              <a:round/>
              <a:headEnd type="none" w="med" len="med"/>
              <a:tailEnd type="none" w="med" len="med"/>
            </a:ln>
          </p:spPr>
        </p:cxnSp>
      </p:grpSp>
      <p:sp>
        <p:nvSpPr>
          <p:cNvPr id="149" name="Google Shape;149;p14"/>
          <p:cNvSpPr txBox="1">
            <a:spLocks noGrp="1"/>
          </p:cNvSpPr>
          <p:nvPr>
            <p:ph type="title"/>
          </p:nvPr>
        </p:nvSpPr>
        <p:spPr>
          <a:xfrm>
            <a:off x="715103" y="3442400"/>
            <a:ext cx="5388900" cy="7473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50" name="Google Shape;150;p14"/>
          <p:cNvSpPr txBox="1">
            <a:spLocks noGrp="1"/>
          </p:cNvSpPr>
          <p:nvPr>
            <p:ph type="subTitle" idx="1"/>
          </p:nvPr>
        </p:nvSpPr>
        <p:spPr>
          <a:xfrm>
            <a:off x="715100" y="1453200"/>
            <a:ext cx="5388900" cy="19893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grpSp>
        <p:nvGrpSpPr>
          <p:cNvPr id="151" name="Google Shape;151;p14"/>
          <p:cNvGrpSpPr/>
          <p:nvPr/>
        </p:nvGrpSpPr>
        <p:grpSpPr>
          <a:xfrm>
            <a:off x="120975" y="1602250"/>
            <a:ext cx="136800" cy="1869650"/>
            <a:chOff x="120975" y="1602250"/>
            <a:chExt cx="136800" cy="1869650"/>
          </a:xfrm>
        </p:grpSpPr>
        <p:sp>
          <p:nvSpPr>
            <p:cNvPr id="152" name="Google Shape;152;p14"/>
            <p:cNvSpPr/>
            <p:nvPr/>
          </p:nvSpPr>
          <p:spPr>
            <a:xfrm>
              <a:off x="120975" y="3342300"/>
              <a:ext cx="136800" cy="129600"/>
            </a:xfrm>
            <a:prstGeom prst="star4">
              <a:avLst>
                <a:gd name="adj" fmla="val 597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4"/>
            <p:cNvSpPr/>
            <p:nvPr/>
          </p:nvSpPr>
          <p:spPr>
            <a:xfrm>
              <a:off x="120975" y="1602250"/>
              <a:ext cx="136800" cy="129600"/>
            </a:xfrm>
            <a:prstGeom prst="star4">
              <a:avLst>
                <a:gd name="adj" fmla="val 597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14"/>
          <p:cNvSpPr txBox="1">
            <a:spLocks noGrp="1"/>
          </p:cNvSpPr>
          <p:nvPr>
            <p:ph type="subTitle" idx="2"/>
          </p:nvPr>
        </p:nvSpPr>
        <p:spPr>
          <a:xfrm rot="-5400000">
            <a:off x="-2405850" y="2378350"/>
            <a:ext cx="5221200" cy="4095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Clr>
                <a:schemeClr val="lt1"/>
              </a:buClr>
              <a:buSzPts val="1400"/>
              <a:buNone/>
              <a:defRPr>
                <a:solidFill>
                  <a:schemeClr val="lt1"/>
                </a:solidFill>
              </a:defRPr>
            </a:lvl1pPr>
            <a:lvl2pPr lvl="1" algn="ctr" rtl="0">
              <a:spcBef>
                <a:spcPts val="1600"/>
              </a:spcBef>
              <a:spcAft>
                <a:spcPts val="0"/>
              </a:spcAft>
              <a:buClr>
                <a:schemeClr val="lt1"/>
              </a:buClr>
              <a:buSzPts val="1400"/>
              <a:buNone/>
              <a:defRPr>
                <a:solidFill>
                  <a:schemeClr val="lt1"/>
                </a:solidFill>
              </a:defRPr>
            </a:lvl2pPr>
            <a:lvl3pPr lvl="2" algn="ctr" rtl="0">
              <a:spcBef>
                <a:spcPts val="1600"/>
              </a:spcBef>
              <a:spcAft>
                <a:spcPts val="0"/>
              </a:spcAft>
              <a:buClr>
                <a:schemeClr val="lt1"/>
              </a:buClr>
              <a:buSzPts val="1400"/>
              <a:buNone/>
              <a:defRPr>
                <a:solidFill>
                  <a:schemeClr val="lt1"/>
                </a:solidFill>
              </a:defRPr>
            </a:lvl3pPr>
            <a:lvl4pPr lvl="3" algn="ctr" rtl="0">
              <a:spcBef>
                <a:spcPts val="1600"/>
              </a:spcBef>
              <a:spcAft>
                <a:spcPts val="0"/>
              </a:spcAft>
              <a:buClr>
                <a:schemeClr val="lt1"/>
              </a:buClr>
              <a:buSzPts val="1400"/>
              <a:buNone/>
              <a:defRPr>
                <a:solidFill>
                  <a:schemeClr val="lt1"/>
                </a:solidFill>
              </a:defRPr>
            </a:lvl4pPr>
            <a:lvl5pPr lvl="4" algn="ctr" rtl="0">
              <a:spcBef>
                <a:spcPts val="1600"/>
              </a:spcBef>
              <a:spcAft>
                <a:spcPts val="0"/>
              </a:spcAft>
              <a:buClr>
                <a:schemeClr val="lt1"/>
              </a:buClr>
              <a:buSzPts val="1400"/>
              <a:buNone/>
              <a:defRPr>
                <a:solidFill>
                  <a:schemeClr val="lt1"/>
                </a:solidFill>
              </a:defRPr>
            </a:lvl5pPr>
            <a:lvl6pPr lvl="5" algn="ctr" rtl="0">
              <a:spcBef>
                <a:spcPts val="1600"/>
              </a:spcBef>
              <a:spcAft>
                <a:spcPts val="0"/>
              </a:spcAft>
              <a:buClr>
                <a:schemeClr val="lt1"/>
              </a:buClr>
              <a:buSzPts val="1400"/>
              <a:buNone/>
              <a:defRPr>
                <a:solidFill>
                  <a:schemeClr val="lt1"/>
                </a:solidFill>
              </a:defRPr>
            </a:lvl6pPr>
            <a:lvl7pPr lvl="6" algn="ctr" rtl="0">
              <a:spcBef>
                <a:spcPts val="1600"/>
              </a:spcBef>
              <a:spcAft>
                <a:spcPts val="0"/>
              </a:spcAft>
              <a:buClr>
                <a:schemeClr val="lt1"/>
              </a:buClr>
              <a:buSzPts val="1400"/>
              <a:buNone/>
              <a:defRPr>
                <a:solidFill>
                  <a:schemeClr val="lt1"/>
                </a:solidFill>
              </a:defRPr>
            </a:lvl7pPr>
            <a:lvl8pPr lvl="7" algn="ctr" rtl="0">
              <a:spcBef>
                <a:spcPts val="1600"/>
              </a:spcBef>
              <a:spcAft>
                <a:spcPts val="0"/>
              </a:spcAft>
              <a:buClr>
                <a:schemeClr val="lt1"/>
              </a:buClr>
              <a:buSzPts val="1400"/>
              <a:buNone/>
              <a:defRPr>
                <a:solidFill>
                  <a:schemeClr val="lt1"/>
                </a:solidFill>
              </a:defRPr>
            </a:lvl8pPr>
            <a:lvl9pPr lvl="8" algn="ctr" rtl="0">
              <a:spcBef>
                <a:spcPts val="1600"/>
              </a:spcBef>
              <a:spcAft>
                <a:spcPts val="1600"/>
              </a:spcAft>
              <a:buClr>
                <a:schemeClr val="lt1"/>
              </a:buClr>
              <a:buSzPts val="1400"/>
              <a:buNone/>
              <a:defRPr>
                <a:solidFill>
                  <a:schemeClr val="lt1"/>
                </a:solidFill>
              </a:defRPr>
            </a:lvl9pPr>
          </a:lstStyle>
          <a:p>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2">
  <p:cSld name="CUSTOM_1_1">
    <p:spTree>
      <p:nvGrpSpPr>
        <p:cNvPr id="1" name="Shape 164"/>
        <p:cNvGrpSpPr/>
        <p:nvPr/>
      </p:nvGrpSpPr>
      <p:grpSpPr>
        <a:xfrm>
          <a:off x="0" y="0"/>
          <a:ext cx="0" cy="0"/>
          <a:chOff x="0" y="0"/>
          <a:chExt cx="0" cy="0"/>
        </a:xfrm>
      </p:grpSpPr>
      <p:sp>
        <p:nvSpPr>
          <p:cNvPr id="165" name="Google Shape;165;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7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66" name="Google Shape;166;p16"/>
          <p:cNvGrpSpPr/>
          <p:nvPr/>
        </p:nvGrpSpPr>
        <p:grpSpPr>
          <a:xfrm>
            <a:off x="-16200" y="-5250"/>
            <a:ext cx="9176400" cy="5154000"/>
            <a:chOff x="-16200" y="-5250"/>
            <a:chExt cx="9176400" cy="5154000"/>
          </a:xfrm>
        </p:grpSpPr>
        <p:cxnSp>
          <p:nvCxnSpPr>
            <p:cNvPr id="167" name="Google Shape;167;p16"/>
            <p:cNvCxnSpPr/>
            <p:nvPr/>
          </p:nvCxnSpPr>
          <p:spPr>
            <a:xfrm>
              <a:off x="-16200" y="291325"/>
              <a:ext cx="9176400" cy="0"/>
            </a:xfrm>
            <a:prstGeom prst="straightConnector1">
              <a:avLst/>
            </a:prstGeom>
            <a:noFill/>
            <a:ln w="9525" cap="flat" cmpd="sng">
              <a:solidFill>
                <a:schemeClr val="accent2"/>
              </a:solidFill>
              <a:prstDash val="solid"/>
              <a:round/>
              <a:headEnd type="none" w="med" len="med"/>
              <a:tailEnd type="none" w="med" len="med"/>
            </a:ln>
          </p:spPr>
        </p:cxnSp>
        <p:grpSp>
          <p:nvGrpSpPr>
            <p:cNvPr id="168" name="Google Shape;168;p16"/>
            <p:cNvGrpSpPr/>
            <p:nvPr/>
          </p:nvGrpSpPr>
          <p:grpSpPr>
            <a:xfrm>
              <a:off x="367863" y="-5250"/>
              <a:ext cx="8440625" cy="5154000"/>
              <a:chOff x="369800" y="-5250"/>
              <a:chExt cx="8440625" cy="5154000"/>
            </a:xfrm>
          </p:grpSpPr>
          <p:cxnSp>
            <p:nvCxnSpPr>
              <p:cNvPr id="169" name="Google Shape;169;p16"/>
              <p:cNvCxnSpPr/>
              <p:nvPr/>
            </p:nvCxnSpPr>
            <p:spPr>
              <a:xfrm>
                <a:off x="369800" y="-5250"/>
                <a:ext cx="0" cy="5154000"/>
              </a:xfrm>
              <a:prstGeom prst="straightConnector1">
                <a:avLst/>
              </a:prstGeom>
              <a:noFill/>
              <a:ln w="9525" cap="flat" cmpd="sng">
                <a:solidFill>
                  <a:schemeClr val="accent2"/>
                </a:solidFill>
                <a:prstDash val="solid"/>
                <a:round/>
                <a:headEnd type="none" w="med" len="med"/>
                <a:tailEnd type="none" w="med" len="med"/>
              </a:ln>
            </p:spPr>
          </p:cxnSp>
          <p:cxnSp>
            <p:nvCxnSpPr>
              <p:cNvPr id="170" name="Google Shape;170;p16"/>
              <p:cNvCxnSpPr/>
              <p:nvPr/>
            </p:nvCxnSpPr>
            <p:spPr>
              <a:xfrm>
                <a:off x="8810425" y="-5250"/>
                <a:ext cx="0" cy="5154000"/>
              </a:xfrm>
              <a:prstGeom prst="straightConnector1">
                <a:avLst/>
              </a:prstGeom>
              <a:noFill/>
              <a:ln w="9525" cap="flat" cmpd="sng">
                <a:solidFill>
                  <a:schemeClr val="accent2"/>
                </a:solidFill>
                <a:prstDash val="solid"/>
                <a:round/>
                <a:headEnd type="none" w="med" len="med"/>
                <a:tailEnd type="none" w="med" len="med"/>
              </a:ln>
            </p:spPr>
          </p:cxnSp>
        </p:grpSp>
        <p:cxnSp>
          <p:nvCxnSpPr>
            <p:cNvPr id="171" name="Google Shape;171;p16"/>
            <p:cNvCxnSpPr/>
            <p:nvPr/>
          </p:nvCxnSpPr>
          <p:spPr>
            <a:xfrm>
              <a:off x="-16200" y="4876400"/>
              <a:ext cx="9176400" cy="0"/>
            </a:xfrm>
            <a:prstGeom prst="straightConnector1">
              <a:avLst/>
            </a:prstGeom>
            <a:noFill/>
            <a:ln w="9525" cap="flat" cmpd="sng">
              <a:solidFill>
                <a:schemeClr val="accent2"/>
              </a:solidFill>
              <a:prstDash val="solid"/>
              <a:round/>
              <a:headEnd type="none" w="med" len="med"/>
              <a:tailEnd type="none" w="med" len="med"/>
            </a:ln>
          </p:spPr>
        </p:cxnSp>
      </p:grpSp>
      <p:sp>
        <p:nvSpPr>
          <p:cNvPr id="172" name="Google Shape;172;p16"/>
          <p:cNvSpPr/>
          <p:nvPr/>
        </p:nvSpPr>
        <p:spPr>
          <a:xfrm>
            <a:off x="7359675" y="33030"/>
            <a:ext cx="516600" cy="516600"/>
          </a:xfrm>
          <a:prstGeom prst="star32">
            <a:avLst>
              <a:gd name="adj" fmla="val 1706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3">
  <p:cSld name="CUSTOM_1_1_1">
    <p:spTree>
      <p:nvGrpSpPr>
        <p:cNvPr id="1" name="Shape 173"/>
        <p:cNvGrpSpPr/>
        <p:nvPr/>
      </p:nvGrpSpPr>
      <p:grpSpPr>
        <a:xfrm>
          <a:off x="0" y="0"/>
          <a:ext cx="0" cy="0"/>
          <a:chOff x="0" y="0"/>
          <a:chExt cx="0" cy="0"/>
        </a:xfrm>
      </p:grpSpPr>
      <p:grpSp>
        <p:nvGrpSpPr>
          <p:cNvPr id="174" name="Google Shape;174;p17"/>
          <p:cNvGrpSpPr/>
          <p:nvPr/>
        </p:nvGrpSpPr>
        <p:grpSpPr>
          <a:xfrm>
            <a:off x="-16200" y="-5250"/>
            <a:ext cx="9176400" cy="5154000"/>
            <a:chOff x="-16200" y="-5250"/>
            <a:chExt cx="9176400" cy="5154000"/>
          </a:xfrm>
        </p:grpSpPr>
        <p:cxnSp>
          <p:nvCxnSpPr>
            <p:cNvPr id="175" name="Google Shape;175;p17"/>
            <p:cNvCxnSpPr/>
            <p:nvPr/>
          </p:nvCxnSpPr>
          <p:spPr>
            <a:xfrm>
              <a:off x="-16200" y="291325"/>
              <a:ext cx="9176400" cy="0"/>
            </a:xfrm>
            <a:prstGeom prst="straightConnector1">
              <a:avLst/>
            </a:prstGeom>
            <a:noFill/>
            <a:ln w="9525" cap="flat" cmpd="sng">
              <a:solidFill>
                <a:schemeClr val="accent2"/>
              </a:solidFill>
              <a:prstDash val="solid"/>
              <a:round/>
              <a:headEnd type="none" w="med" len="med"/>
              <a:tailEnd type="none" w="med" len="med"/>
            </a:ln>
          </p:spPr>
        </p:cxnSp>
        <p:grpSp>
          <p:nvGrpSpPr>
            <p:cNvPr id="176" name="Google Shape;176;p17"/>
            <p:cNvGrpSpPr/>
            <p:nvPr/>
          </p:nvGrpSpPr>
          <p:grpSpPr>
            <a:xfrm>
              <a:off x="367863" y="-5250"/>
              <a:ext cx="8440625" cy="5154000"/>
              <a:chOff x="369800" y="-5250"/>
              <a:chExt cx="8440625" cy="5154000"/>
            </a:xfrm>
          </p:grpSpPr>
          <p:cxnSp>
            <p:nvCxnSpPr>
              <p:cNvPr id="177" name="Google Shape;177;p17"/>
              <p:cNvCxnSpPr/>
              <p:nvPr/>
            </p:nvCxnSpPr>
            <p:spPr>
              <a:xfrm>
                <a:off x="369800" y="-5250"/>
                <a:ext cx="0" cy="5154000"/>
              </a:xfrm>
              <a:prstGeom prst="straightConnector1">
                <a:avLst/>
              </a:prstGeom>
              <a:noFill/>
              <a:ln w="9525" cap="flat" cmpd="sng">
                <a:solidFill>
                  <a:schemeClr val="accent2"/>
                </a:solidFill>
                <a:prstDash val="solid"/>
                <a:round/>
                <a:headEnd type="none" w="med" len="med"/>
                <a:tailEnd type="none" w="med" len="med"/>
              </a:ln>
            </p:spPr>
          </p:cxnSp>
          <p:cxnSp>
            <p:nvCxnSpPr>
              <p:cNvPr id="178" name="Google Shape;178;p17"/>
              <p:cNvCxnSpPr/>
              <p:nvPr/>
            </p:nvCxnSpPr>
            <p:spPr>
              <a:xfrm>
                <a:off x="8810425" y="-5250"/>
                <a:ext cx="0" cy="5154000"/>
              </a:xfrm>
              <a:prstGeom prst="straightConnector1">
                <a:avLst/>
              </a:prstGeom>
              <a:noFill/>
              <a:ln w="9525" cap="flat" cmpd="sng">
                <a:solidFill>
                  <a:schemeClr val="accent2"/>
                </a:solidFill>
                <a:prstDash val="solid"/>
                <a:round/>
                <a:headEnd type="none" w="med" len="med"/>
                <a:tailEnd type="none" w="med" len="med"/>
              </a:ln>
            </p:spPr>
          </p:cxnSp>
        </p:grpSp>
        <p:cxnSp>
          <p:nvCxnSpPr>
            <p:cNvPr id="179" name="Google Shape;179;p17"/>
            <p:cNvCxnSpPr/>
            <p:nvPr/>
          </p:nvCxnSpPr>
          <p:spPr>
            <a:xfrm>
              <a:off x="-16200" y="4876400"/>
              <a:ext cx="9176400" cy="0"/>
            </a:xfrm>
            <a:prstGeom prst="straightConnector1">
              <a:avLst/>
            </a:prstGeom>
            <a:noFill/>
            <a:ln w="9525" cap="flat" cmpd="sng">
              <a:solidFill>
                <a:schemeClr val="accent2"/>
              </a:solidFill>
              <a:prstDash val="solid"/>
              <a:round/>
              <a:headEnd type="none" w="med" len="med"/>
              <a:tailEnd type="none" w="med" len="med"/>
            </a:ln>
          </p:spPr>
        </p:cxnSp>
      </p:grpSp>
      <p:sp>
        <p:nvSpPr>
          <p:cNvPr id="180" name="Google Shape;180;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7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1" name="Google Shape;181;p17"/>
          <p:cNvSpPr/>
          <p:nvPr/>
        </p:nvSpPr>
        <p:spPr>
          <a:xfrm>
            <a:off x="5960850" y="60395"/>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7"/>
          <p:cNvSpPr/>
          <p:nvPr/>
        </p:nvSpPr>
        <p:spPr>
          <a:xfrm>
            <a:off x="3414175" y="4548975"/>
            <a:ext cx="656700" cy="656700"/>
          </a:xfrm>
          <a:prstGeom prst="star32">
            <a:avLst>
              <a:gd name="adj" fmla="val 1706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234"/>
        <p:cNvGrpSpPr/>
        <p:nvPr/>
      </p:nvGrpSpPr>
      <p:grpSpPr>
        <a:xfrm>
          <a:off x="0" y="0"/>
          <a:ext cx="0" cy="0"/>
          <a:chOff x="0" y="0"/>
          <a:chExt cx="0" cy="0"/>
        </a:xfrm>
      </p:grpSpPr>
      <p:grpSp>
        <p:nvGrpSpPr>
          <p:cNvPr id="235" name="Google Shape;235;p23"/>
          <p:cNvGrpSpPr/>
          <p:nvPr/>
        </p:nvGrpSpPr>
        <p:grpSpPr>
          <a:xfrm>
            <a:off x="-16200" y="-5250"/>
            <a:ext cx="9176400" cy="5154000"/>
            <a:chOff x="-16200" y="-5250"/>
            <a:chExt cx="9176400" cy="5154000"/>
          </a:xfrm>
        </p:grpSpPr>
        <p:cxnSp>
          <p:nvCxnSpPr>
            <p:cNvPr id="236" name="Google Shape;236;p23"/>
            <p:cNvCxnSpPr/>
            <p:nvPr/>
          </p:nvCxnSpPr>
          <p:spPr>
            <a:xfrm>
              <a:off x="-16200" y="291325"/>
              <a:ext cx="9176400" cy="0"/>
            </a:xfrm>
            <a:prstGeom prst="straightConnector1">
              <a:avLst/>
            </a:prstGeom>
            <a:noFill/>
            <a:ln w="9525" cap="flat" cmpd="sng">
              <a:solidFill>
                <a:schemeClr val="accent2"/>
              </a:solidFill>
              <a:prstDash val="solid"/>
              <a:round/>
              <a:headEnd type="none" w="med" len="med"/>
              <a:tailEnd type="none" w="med" len="med"/>
            </a:ln>
          </p:spPr>
        </p:cxnSp>
        <p:grpSp>
          <p:nvGrpSpPr>
            <p:cNvPr id="237" name="Google Shape;237;p23"/>
            <p:cNvGrpSpPr/>
            <p:nvPr/>
          </p:nvGrpSpPr>
          <p:grpSpPr>
            <a:xfrm>
              <a:off x="367863" y="-5250"/>
              <a:ext cx="8440625" cy="5154000"/>
              <a:chOff x="369800" y="-5250"/>
              <a:chExt cx="8440625" cy="5154000"/>
            </a:xfrm>
          </p:grpSpPr>
          <p:cxnSp>
            <p:nvCxnSpPr>
              <p:cNvPr id="238" name="Google Shape;238;p23"/>
              <p:cNvCxnSpPr/>
              <p:nvPr/>
            </p:nvCxnSpPr>
            <p:spPr>
              <a:xfrm>
                <a:off x="369800" y="-5250"/>
                <a:ext cx="0" cy="5154000"/>
              </a:xfrm>
              <a:prstGeom prst="straightConnector1">
                <a:avLst/>
              </a:prstGeom>
              <a:noFill/>
              <a:ln w="9525" cap="flat" cmpd="sng">
                <a:solidFill>
                  <a:schemeClr val="accent2"/>
                </a:solidFill>
                <a:prstDash val="solid"/>
                <a:round/>
                <a:headEnd type="none" w="med" len="med"/>
                <a:tailEnd type="none" w="med" len="med"/>
              </a:ln>
            </p:spPr>
          </p:cxnSp>
          <p:cxnSp>
            <p:nvCxnSpPr>
              <p:cNvPr id="239" name="Google Shape;239;p23"/>
              <p:cNvCxnSpPr/>
              <p:nvPr/>
            </p:nvCxnSpPr>
            <p:spPr>
              <a:xfrm>
                <a:off x="8810425" y="-5250"/>
                <a:ext cx="0" cy="5154000"/>
              </a:xfrm>
              <a:prstGeom prst="straightConnector1">
                <a:avLst/>
              </a:prstGeom>
              <a:noFill/>
              <a:ln w="9525" cap="flat" cmpd="sng">
                <a:solidFill>
                  <a:schemeClr val="accent2"/>
                </a:solidFill>
                <a:prstDash val="solid"/>
                <a:round/>
                <a:headEnd type="none" w="med" len="med"/>
                <a:tailEnd type="none" w="med" len="med"/>
              </a:ln>
            </p:spPr>
          </p:cxnSp>
        </p:grpSp>
        <p:cxnSp>
          <p:nvCxnSpPr>
            <p:cNvPr id="240" name="Google Shape;240;p23"/>
            <p:cNvCxnSpPr/>
            <p:nvPr/>
          </p:nvCxnSpPr>
          <p:spPr>
            <a:xfrm>
              <a:off x="-16200" y="4876400"/>
              <a:ext cx="9176400" cy="0"/>
            </a:xfrm>
            <a:prstGeom prst="straightConnector1">
              <a:avLst/>
            </a:prstGeom>
            <a:noFill/>
            <a:ln w="9525" cap="flat" cmpd="sng">
              <a:solidFill>
                <a:schemeClr val="accent2"/>
              </a:solidFill>
              <a:prstDash val="solid"/>
              <a:round/>
              <a:headEnd type="none" w="med" len="med"/>
              <a:tailEnd type="none" w="med" len="med"/>
            </a:ln>
          </p:spPr>
        </p:cxnSp>
      </p:grpSp>
      <p:sp>
        <p:nvSpPr>
          <p:cNvPr id="241" name="Google Shape;241;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7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2" name="Google Shape;242;p23"/>
          <p:cNvSpPr txBox="1">
            <a:spLocks noGrp="1"/>
          </p:cNvSpPr>
          <p:nvPr>
            <p:ph type="subTitle" idx="1"/>
          </p:nvPr>
        </p:nvSpPr>
        <p:spPr>
          <a:xfrm>
            <a:off x="866308" y="2900653"/>
            <a:ext cx="2054700" cy="755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3" name="Google Shape;243;p23"/>
          <p:cNvSpPr txBox="1">
            <a:spLocks noGrp="1"/>
          </p:cNvSpPr>
          <p:nvPr>
            <p:ph type="subTitle" idx="2"/>
          </p:nvPr>
        </p:nvSpPr>
        <p:spPr>
          <a:xfrm>
            <a:off x="866308" y="2623900"/>
            <a:ext cx="2054700" cy="437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Poppins SemiBold"/>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2pPr>
            <a:lvl3pPr lvl="2"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3pPr>
            <a:lvl4pPr lvl="3"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4pPr>
            <a:lvl5pPr lvl="4"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5pPr>
            <a:lvl6pPr lvl="5"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6pPr>
            <a:lvl7pPr lvl="6"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7pPr>
            <a:lvl8pPr lvl="7"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8pPr>
            <a:lvl9pPr lvl="8"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9pPr>
          </a:lstStyle>
          <a:p>
            <a:endParaRPr/>
          </a:p>
        </p:txBody>
      </p:sp>
      <p:sp>
        <p:nvSpPr>
          <p:cNvPr id="244" name="Google Shape;244;p23"/>
          <p:cNvSpPr txBox="1">
            <a:spLocks noGrp="1"/>
          </p:cNvSpPr>
          <p:nvPr>
            <p:ph type="subTitle" idx="3"/>
          </p:nvPr>
        </p:nvSpPr>
        <p:spPr>
          <a:xfrm>
            <a:off x="3545730" y="2900653"/>
            <a:ext cx="2054700" cy="755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5" name="Google Shape;245;p23"/>
          <p:cNvSpPr txBox="1">
            <a:spLocks noGrp="1"/>
          </p:cNvSpPr>
          <p:nvPr>
            <p:ph type="subTitle" idx="4"/>
          </p:nvPr>
        </p:nvSpPr>
        <p:spPr>
          <a:xfrm>
            <a:off x="3545730" y="2623900"/>
            <a:ext cx="2054700" cy="437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Poppins SemiBold"/>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2pPr>
            <a:lvl3pPr lvl="2"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3pPr>
            <a:lvl4pPr lvl="3"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4pPr>
            <a:lvl5pPr lvl="4"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5pPr>
            <a:lvl6pPr lvl="5"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6pPr>
            <a:lvl7pPr lvl="6"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7pPr>
            <a:lvl8pPr lvl="7"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8pPr>
            <a:lvl9pPr lvl="8"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9pPr>
          </a:lstStyle>
          <a:p>
            <a:endParaRPr/>
          </a:p>
        </p:txBody>
      </p:sp>
      <p:sp>
        <p:nvSpPr>
          <p:cNvPr id="246" name="Google Shape;246;p23"/>
          <p:cNvSpPr txBox="1">
            <a:spLocks noGrp="1"/>
          </p:cNvSpPr>
          <p:nvPr>
            <p:ph type="subTitle" idx="5"/>
          </p:nvPr>
        </p:nvSpPr>
        <p:spPr>
          <a:xfrm>
            <a:off x="6225161" y="2900653"/>
            <a:ext cx="2054700" cy="755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7" name="Google Shape;247;p23"/>
          <p:cNvSpPr txBox="1">
            <a:spLocks noGrp="1"/>
          </p:cNvSpPr>
          <p:nvPr>
            <p:ph type="subTitle" idx="6"/>
          </p:nvPr>
        </p:nvSpPr>
        <p:spPr>
          <a:xfrm>
            <a:off x="6225161" y="2623900"/>
            <a:ext cx="2054700" cy="437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Poppins SemiBold"/>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2pPr>
            <a:lvl3pPr lvl="2"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3pPr>
            <a:lvl4pPr lvl="3"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4pPr>
            <a:lvl5pPr lvl="4"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5pPr>
            <a:lvl6pPr lvl="5"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6pPr>
            <a:lvl7pPr lvl="6"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7pPr>
            <a:lvl8pPr lvl="7"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8pPr>
            <a:lvl9pPr lvl="8"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9pPr>
          </a:lstStyle>
          <a:p>
            <a:endParaRPr/>
          </a:p>
        </p:txBody>
      </p:sp>
      <p:grpSp>
        <p:nvGrpSpPr>
          <p:cNvPr id="248" name="Google Shape;248;p23"/>
          <p:cNvGrpSpPr/>
          <p:nvPr/>
        </p:nvGrpSpPr>
        <p:grpSpPr>
          <a:xfrm>
            <a:off x="71121" y="3774354"/>
            <a:ext cx="591581" cy="557906"/>
            <a:chOff x="5608975" y="754475"/>
            <a:chExt cx="989100" cy="1086900"/>
          </a:xfrm>
        </p:grpSpPr>
        <p:sp>
          <p:nvSpPr>
            <p:cNvPr id="249" name="Google Shape;249;p23"/>
            <p:cNvSpPr/>
            <p:nvPr/>
          </p:nvSpPr>
          <p:spPr>
            <a:xfrm>
              <a:off x="5608975" y="754475"/>
              <a:ext cx="989100" cy="1086900"/>
            </a:xfrm>
            <a:prstGeom prst="star4">
              <a:avLst>
                <a:gd name="adj" fmla="val 10049"/>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3"/>
            <p:cNvSpPr/>
            <p:nvPr/>
          </p:nvSpPr>
          <p:spPr>
            <a:xfrm>
              <a:off x="6068125" y="1262675"/>
              <a:ext cx="70800" cy="7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251"/>
        <p:cNvGrpSpPr/>
        <p:nvPr/>
      </p:nvGrpSpPr>
      <p:grpSpPr>
        <a:xfrm>
          <a:off x="0" y="0"/>
          <a:ext cx="0" cy="0"/>
          <a:chOff x="0" y="0"/>
          <a:chExt cx="0" cy="0"/>
        </a:xfrm>
      </p:grpSpPr>
      <p:grpSp>
        <p:nvGrpSpPr>
          <p:cNvPr id="252" name="Google Shape;252;p24"/>
          <p:cNvGrpSpPr/>
          <p:nvPr/>
        </p:nvGrpSpPr>
        <p:grpSpPr>
          <a:xfrm>
            <a:off x="-16200" y="-5250"/>
            <a:ext cx="9176400" cy="5154000"/>
            <a:chOff x="-16200" y="-5250"/>
            <a:chExt cx="9176400" cy="5154000"/>
          </a:xfrm>
        </p:grpSpPr>
        <p:cxnSp>
          <p:nvCxnSpPr>
            <p:cNvPr id="253" name="Google Shape;253;p24"/>
            <p:cNvCxnSpPr/>
            <p:nvPr/>
          </p:nvCxnSpPr>
          <p:spPr>
            <a:xfrm>
              <a:off x="-16200" y="291325"/>
              <a:ext cx="9176400" cy="0"/>
            </a:xfrm>
            <a:prstGeom prst="straightConnector1">
              <a:avLst/>
            </a:prstGeom>
            <a:noFill/>
            <a:ln w="9525" cap="flat" cmpd="sng">
              <a:solidFill>
                <a:schemeClr val="accent2"/>
              </a:solidFill>
              <a:prstDash val="solid"/>
              <a:round/>
              <a:headEnd type="none" w="med" len="med"/>
              <a:tailEnd type="none" w="med" len="med"/>
            </a:ln>
          </p:spPr>
        </p:cxnSp>
        <p:grpSp>
          <p:nvGrpSpPr>
            <p:cNvPr id="254" name="Google Shape;254;p24"/>
            <p:cNvGrpSpPr/>
            <p:nvPr/>
          </p:nvGrpSpPr>
          <p:grpSpPr>
            <a:xfrm>
              <a:off x="367863" y="-5250"/>
              <a:ext cx="8440625" cy="5154000"/>
              <a:chOff x="369800" y="-5250"/>
              <a:chExt cx="8440625" cy="5154000"/>
            </a:xfrm>
          </p:grpSpPr>
          <p:cxnSp>
            <p:nvCxnSpPr>
              <p:cNvPr id="255" name="Google Shape;255;p24"/>
              <p:cNvCxnSpPr/>
              <p:nvPr/>
            </p:nvCxnSpPr>
            <p:spPr>
              <a:xfrm>
                <a:off x="369800" y="-5250"/>
                <a:ext cx="0" cy="5154000"/>
              </a:xfrm>
              <a:prstGeom prst="straightConnector1">
                <a:avLst/>
              </a:prstGeom>
              <a:noFill/>
              <a:ln w="9525" cap="flat" cmpd="sng">
                <a:solidFill>
                  <a:schemeClr val="accent2"/>
                </a:solidFill>
                <a:prstDash val="solid"/>
                <a:round/>
                <a:headEnd type="none" w="med" len="med"/>
                <a:tailEnd type="none" w="med" len="med"/>
              </a:ln>
            </p:spPr>
          </p:cxnSp>
          <p:cxnSp>
            <p:nvCxnSpPr>
              <p:cNvPr id="256" name="Google Shape;256;p24"/>
              <p:cNvCxnSpPr/>
              <p:nvPr/>
            </p:nvCxnSpPr>
            <p:spPr>
              <a:xfrm>
                <a:off x="8810425" y="-5250"/>
                <a:ext cx="0" cy="5154000"/>
              </a:xfrm>
              <a:prstGeom prst="straightConnector1">
                <a:avLst/>
              </a:prstGeom>
              <a:noFill/>
              <a:ln w="9525" cap="flat" cmpd="sng">
                <a:solidFill>
                  <a:schemeClr val="accent2"/>
                </a:solidFill>
                <a:prstDash val="solid"/>
                <a:round/>
                <a:headEnd type="none" w="med" len="med"/>
                <a:tailEnd type="none" w="med" len="med"/>
              </a:ln>
            </p:spPr>
          </p:cxnSp>
        </p:grpSp>
        <p:cxnSp>
          <p:nvCxnSpPr>
            <p:cNvPr id="257" name="Google Shape;257;p24"/>
            <p:cNvCxnSpPr/>
            <p:nvPr/>
          </p:nvCxnSpPr>
          <p:spPr>
            <a:xfrm>
              <a:off x="-16200" y="4876400"/>
              <a:ext cx="9176400" cy="0"/>
            </a:xfrm>
            <a:prstGeom prst="straightConnector1">
              <a:avLst/>
            </a:prstGeom>
            <a:noFill/>
            <a:ln w="9525" cap="flat" cmpd="sng">
              <a:solidFill>
                <a:schemeClr val="accent2"/>
              </a:solidFill>
              <a:prstDash val="solid"/>
              <a:round/>
              <a:headEnd type="none" w="med" len="med"/>
              <a:tailEnd type="none" w="med" len="med"/>
            </a:ln>
          </p:spPr>
        </p:cxnSp>
      </p:grpSp>
      <p:sp>
        <p:nvSpPr>
          <p:cNvPr id="258" name="Google Shape;258;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7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9" name="Google Shape;259;p24"/>
          <p:cNvSpPr txBox="1">
            <a:spLocks noGrp="1"/>
          </p:cNvSpPr>
          <p:nvPr>
            <p:ph type="subTitle" idx="1"/>
          </p:nvPr>
        </p:nvSpPr>
        <p:spPr>
          <a:xfrm>
            <a:off x="1877483" y="2075390"/>
            <a:ext cx="1979700" cy="511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0" name="Google Shape;260;p24"/>
          <p:cNvSpPr txBox="1">
            <a:spLocks noGrp="1"/>
          </p:cNvSpPr>
          <p:nvPr>
            <p:ph type="subTitle" idx="2"/>
          </p:nvPr>
        </p:nvSpPr>
        <p:spPr>
          <a:xfrm>
            <a:off x="1877483" y="1798640"/>
            <a:ext cx="1979700" cy="437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Poppins SemiBold"/>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2pPr>
            <a:lvl3pPr lvl="2"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3pPr>
            <a:lvl4pPr lvl="3"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4pPr>
            <a:lvl5pPr lvl="4"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5pPr>
            <a:lvl6pPr lvl="5"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6pPr>
            <a:lvl7pPr lvl="6"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7pPr>
            <a:lvl8pPr lvl="7"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8pPr>
            <a:lvl9pPr lvl="8"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9pPr>
          </a:lstStyle>
          <a:p>
            <a:endParaRPr/>
          </a:p>
        </p:txBody>
      </p:sp>
      <p:sp>
        <p:nvSpPr>
          <p:cNvPr id="261" name="Google Shape;261;p24"/>
          <p:cNvSpPr txBox="1">
            <a:spLocks noGrp="1"/>
          </p:cNvSpPr>
          <p:nvPr>
            <p:ph type="subTitle" idx="3"/>
          </p:nvPr>
        </p:nvSpPr>
        <p:spPr>
          <a:xfrm>
            <a:off x="1877483" y="3957965"/>
            <a:ext cx="1979700" cy="511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2" name="Google Shape;262;p24"/>
          <p:cNvSpPr txBox="1">
            <a:spLocks noGrp="1"/>
          </p:cNvSpPr>
          <p:nvPr>
            <p:ph type="subTitle" idx="4"/>
          </p:nvPr>
        </p:nvSpPr>
        <p:spPr>
          <a:xfrm>
            <a:off x="1877483" y="3681216"/>
            <a:ext cx="1979700" cy="437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Poppins SemiBold"/>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2pPr>
            <a:lvl3pPr lvl="2"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3pPr>
            <a:lvl4pPr lvl="3"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4pPr>
            <a:lvl5pPr lvl="4"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5pPr>
            <a:lvl6pPr lvl="5"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6pPr>
            <a:lvl7pPr lvl="6"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7pPr>
            <a:lvl8pPr lvl="7"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8pPr>
            <a:lvl9pPr lvl="8"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9pPr>
          </a:lstStyle>
          <a:p>
            <a:endParaRPr/>
          </a:p>
        </p:txBody>
      </p:sp>
      <p:sp>
        <p:nvSpPr>
          <p:cNvPr id="263" name="Google Shape;263;p24"/>
          <p:cNvSpPr txBox="1">
            <a:spLocks noGrp="1"/>
          </p:cNvSpPr>
          <p:nvPr>
            <p:ph type="subTitle" idx="5"/>
          </p:nvPr>
        </p:nvSpPr>
        <p:spPr>
          <a:xfrm>
            <a:off x="5297019" y="2075390"/>
            <a:ext cx="1979700" cy="511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4" name="Google Shape;264;p24"/>
          <p:cNvSpPr txBox="1">
            <a:spLocks noGrp="1"/>
          </p:cNvSpPr>
          <p:nvPr>
            <p:ph type="subTitle" idx="6"/>
          </p:nvPr>
        </p:nvSpPr>
        <p:spPr>
          <a:xfrm>
            <a:off x="5297019" y="1798640"/>
            <a:ext cx="1979700" cy="437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Poppins SemiBold"/>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2pPr>
            <a:lvl3pPr lvl="2"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3pPr>
            <a:lvl4pPr lvl="3"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4pPr>
            <a:lvl5pPr lvl="4"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5pPr>
            <a:lvl6pPr lvl="5"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6pPr>
            <a:lvl7pPr lvl="6"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7pPr>
            <a:lvl8pPr lvl="7"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8pPr>
            <a:lvl9pPr lvl="8"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9pPr>
          </a:lstStyle>
          <a:p>
            <a:endParaRPr/>
          </a:p>
        </p:txBody>
      </p:sp>
      <p:sp>
        <p:nvSpPr>
          <p:cNvPr id="265" name="Google Shape;265;p24"/>
          <p:cNvSpPr txBox="1">
            <a:spLocks noGrp="1"/>
          </p:cNvSpPr>
          <p:nvPr>
            <p:ph type="subTitle" idx="7"/>
          </p:nvPr>
        </p:nvSpPr>
        <p:spPr>
          <a:xfrm>
            <a:off x="5297019" y="3957965"/>
            <a:ext cx="1979700" cy="511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6" name="Google Shape;266;p24"/>
          <p:cNvSpPr txBox="1">
            <a:spLocks noGrp="1"/>
          </p:cNvSpPr>
          <p:nvPr>
            <p:ph type="subTitle" idx="8"/>
          </p:nvPr>
        </p:nvSpPr>
        <p:spPr>
          <a:xfrm>
            <a:off x="5297019" y="3681216"/>
            <a:ext cx="1979700" cy="437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Poppins SemiBold"/>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2pPr>
            <a:lvl3pPr lvl="2"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3pPr>
            <a:lvl4pPr lvl="3"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4pPr>
            <a:lvl5pPr lvl="4"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5pPr>
            <a:lvl6pPr lvl="5"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6pPr>
            <a:lvl7pPr lvl="6"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7pPr>
            <a:lvl8pPr lvl="7"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8pPr>
            <a:lvl9pPr lvl="8" algn="ctr" rtl="0">
              <a:lnSpc>
                <a:spcPct val="100000"/>
              </a:lnSpc>
              <a:spcBef>
                <a:spcPts val="0"/>
              </a:spcBef>
              <a:spcAft>
                <a:spcPts val="0"/>
              </a:spcAft>
              <a:buSzPts val="2400"/>
              <a:buFont typeface="Poppins SemiBold"/>
              <a:buNone/>
              <a:defRPr sz="2400">
                <a:latin typeface="Poppins SemiBold"/>
                <a:ea typeface="Poppins SemiBold"/>
                <a:cs typeface="Poppins SemiBold"/>
                <a:sym typeface="Poppins SemiBold"/>
              </a:defRPr>
            </a:lvl9pPr>
          </a:lstStyle>
          <a:p>
            <a:endParaRPr/>
          </a:p>
        </p:txBody>
      </p:sp>
      <p:sp>
        <p:nvSpPr>
          <p:cNvPr id="267" name="Google Shape;267;p24"/>
          <p:cNvSpPr/>
          <p:nvPr/>
        </p:nvSpPr>
        <p:spPr>
          <a:xfrm>
            <a:off x="251600" y="4011075"/>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accent1"/>
        </a:solidFill>
        <a:effectLst/>
      </p:bgPr>
    </p:bg>
    <p:spTree>
      <p:nvGrpSpPr>
        <p:cNvPr id="1" name="Shape 319"/>
        <p:cNvGrpSpPr/>
        <p:nvPr/>
      </p:nvGrpSpPr>
      <p:grpSpPr>
        <a:xfrm>
          <a:off x="0" y="0"/>
          <a:ext cx="0" cy="0"/>
          <a:chOff x="0" y="0"/>
          <a:chExt cx="0" cy="0"/>
        </a:xfrm>
      </p:grpSpPr>
      <p:grpSp>
        <p:nvGrpSpPr>
          <p:cNvPr id="320" name="Google Shape;320;p28"/>
          <p:cNvGrpSpPr/>
          <p:nvPr/>
        </p:nvGrpSpPr>
        <p:grpSpPr>
          <a:xfrm>
            <a:off x="-16200" y="-5250"/>
            <a:ext cx="9176400" cy="5154000"/>
            <a:chOff x="-16200" y="-5250"/>
            <a:chExt cx="9176400" cy="5154000"/>
          </a:xfrm>
        </p:grpSpPr>
        <p:cxnSp>
          <p:nvCxnSpPr>
            <p:cNvPr id="321" name="Google Shape;321;p28"/>
            <p:cNvCxnSpPr/>
            <p:nvPr/>
          </p:nvCxnSpPr>
          <p:spPr>
            <a:xfrm>
              <a:off x="-16200" y="291325"/>
              <a:ext cx="9176400" cy="0"/>
            </a:xfrm>
            <a:prstGeom prst="straightConnector1">
              <a:avLst/>
            </a:prstGeom>
            <a:noFill/>
            <a:ln w="9525" cap="flat" cmpd="sng">
              <a:solidFill>
                <a:schemeClr val="lt1"/>
              </a:solidFill>
              <a:prstDash val="solid"/>
              <a:round/>
              <a:headEnd type="none" w="med" len="med"/>
              <a:tailEnd type="none" w="med" len="med"/>
            </a:ln>
          </p:spPr>
        </p:cxnSp>
        <p:grpSp>
          <p:nvGrpSpPr>
            <p:cNvPr id="322" name="Google Shape;322;p28"/>
            <p:cNvGrpSpPr/>
            <p:nvPr/>
          </p:nvGrpSpPr>
          <p:grpSpPr>
            <a:xfrm>
              <a:off x="367863" y="-5250"/>
              <a:ext cx="8440625" cy="5154000"/>
              <a:chOff x="369800" y="-5250"/>
              <a:chExt cx="8440625" cy="5154000"/>
            </a:xfrm>
          </p:grpSpPr>
          <p:cxnSp>
            <p:nvCxnSpPr>
              <p:cNvPr id="323" name="Google Shape;323;p28"/>
              <p:cNvCxnSpPr/>
              <p:nvPr/>
            </p:nvCxnSpPr>
            <p:spPr>
              <a:xfrm>
                <a:off x="369800" y="-5250"/>
                <a:ext cx="0" cy="5154000"/>
              </a:xfrm>
              <a:prstGeom prst="straightConnector1">
                <a:avLst/>
              </a:prstGeom>
              <a:noFill/>
              <a:ln w="9525" cap="flat" cmpd="sng">
                <a:solidFill>
                  <a:schemeClr val="lt1"/>
                </a:solidFill>
                <a:prstDash val="solid"/>
                <a:round/>
                <a:headEnd type="none" w="med" len="med"/>
                <a:tailEnd type="none" w="med" len="med"/>
              </a:ln>
            </p:spPr>
          </p:cxnSp>
          <p:cxnSp>
            <p:nvCxnSpPr>
              <p:cNvPr id="324" name="Google Shape;324;p28"/>
              <p:cNvCxnSpPr/>
              <p:nvPr/>
            </p:nvCxnSpPr>
            <p:spPr>
              <a:xfrm>
                <a:off x="8810425" y="-5250"/>
                <a:ext cx="0" cy="5154000"/>
              </a:xfrm>
              <a:prstGeom prst="straightConnector1">
                <a:avLst/>
              </a:prstGeom>
              <a:noFill/>
              <a:ln w="9525" cap="flat" cmpd="sng">
                <a:solidFill>
                  <a:schemeClr val="lt1"/>
                </a:solidFill>
                <a:prstDash val="solid"/>
                <a:round/>
                <a:headEnd type="none" w="med" len="med"/>
                <a:tailEnd type="none" w="med" len="med"/>
              </a:ln>
            </p:spPr>
          </p:cxnSp>
        </p:grpSp>
        <p:cxnSp>
          <p:nvCxnSpPr>
            <p:cNvPr id="325" name="Google Shape;325;p28"/>
            <p:cNvCxnSpPr/>
            <p:nvPr/>
          </p:nvCxnSpPr>
          <p:spPr>
            <a:xfrm>
              <a:off x="-16200" y="4876400"/>
              <a:ext cx="9176400" cy="0"/>
            </a:xfrm>
            <a:prstGeom prst="straightConnector1">
              <a:avLst/>
            </a:prstGeom>
            <a:noFill/>
            <a:ln w="9525" cap="flat" cmpd="sng">
              <a:solidFill>
                <a:schemeClr val="lt1"/>
              </a:solidFill>
              <a:prstDash val="solid"/>
              <a:round/>
              <a:headEnd type="none" w="med" len="med"/>
              <a:tailEnd type="none" w="med" len="med"/>
            </a:ln>
          </p:spPr>
        </p:cxn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accent2"/>
        </a:solidFill>
        <a:effectLst/>
      </p:bgPr>
    </p:bg>
    <p:spTree>
      <p:nvGrpSpPr>
        <p:cNvPr id="1" name="Shape 326"/>
        <p:cNvGrpSpPr/>
        <p:nvPr/>
      </p:nvGrpSpPr>
      <p:grpSpPr>
        <a:xfrm>
          <a:off x="0" y="0"/>
          <a:ext cx="0" cy="0"/>
          <a:chOff x="0" y="0"/>
          <a:chExt cx="0" cy="0"/>
        </a:xfrm>
      </p:grpSpPr>
      <p:sp>
        <p:nvSpPr>
          <p:cNvPr id="327" name="Google Shape;327;p29"/>
          <p:cNvSpPr/>
          <p:nvPr/>
        </p:nvSpPr>
        <p:spPr>
          <a:xfrm>
            <a:off x="405775" y="434075"/>
            <a:ext cx="8322900" cy="4284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8" name="Google Shape;328;p29"/>
          <p:cNvGrpSpPr/>
          <p:nvPr/>
        </p:nvGrpSpPr>
        <p:grpSpPr>
          <a:xfrm rot="-5400000">
            <a:off x="1427443" y="-1427459"/>
            <a:ext cx="1717200" cy="4572048"/>
            <a:chOff x="7091725" y="291542"/>
            <a:chExt cx="1717200" cy="4577541"/>
          </a:xfrm>
        </p:grpSpPr>
        <p:grpSp>
          <p:nvGrpSpPr>
            <p:cNvPr id="329" name="Google Shape;329;p29"/>
            <p:cNvGrpSpPr/>
            <p:nvPr/>
          </p:nvGrpSpPr>
          <p:grpSpPr>
            <a:xfrm>
              <a:off x="7091725" y="291542"/>
              <a:ext cx="1717200" cy="416047"/>
              <a:chOff x="9397475" y="332800"/>
              <a:chExt cx="1717200" cy="404400"/>
            </a:xfrm>
          </p:grpSpPr>
          <p:sp>
            <p:nvSpPr>
              <p:cNvPr id="330" name="Google Shape;330;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 name="Google Shape;334;p29"/>
            <p:cNvGrpSpPr/>
            <p:nvPr/>
          </p:nvGrpSpPr>
          <p:grpSpPr>
            <a:xfrm>
              <a:off x="7091725" y="707598"/>
              <a:ext cx="1717200" cy="416047"/>
              <a:chOff x="9397475" y="332800"/>
              <a:chExt cx="1717200" cy="404400"/>
            </a:xfrm>
          </p:grpSpPr>
          <p:sp>
            <p:nvSpPr>
              <p:cNvPr id="335" name="Google Shape;335;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 name="Google Shape;339;p29"/>
            <p:cNvGrpSpPr/>
            <p:nvPr/>
          </p:nvGrpSpPr>
          <p:grpSpPr>
            <a:xfrm>
              <a:off x="7091725" y="1123654"/>
              <a:ext cx="1717200" cy="416047"/>
              <a:chOff x="9397475" y="332800"/>
              <a:chExt cx="1717200" cy="404400"/>
            </a:xfrm>
          </p:grpSpPr>
          <p:sp>
            <p:nvSpPr>
              <p:cNvPr id="340" name="Google Shape;340;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4" name="Google Shape;344;p29"/>
            <p:cNvGrpSpPr/>
            <p:nvPr/>
          </p:nvGrpSpPr>
          <p:grpSpPr>
            <a:xfrm>
              <a:off x="7091725" y="1539710"/>
              <a:ext cx="1717200" cy="416047"/>
              <a:chOff x="9397475" y="332800"/>
              <a:chExt cx="1717200" cy="404400"/>
            </a:xfrm>
          </p:grpSpPr>
          <p:sp>
            <p:nvSpPr>
              <p:cNvPr id="345" name="Google Shape;345;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9" name="Google Shape;349;p29"/>
            <p:cNvGrpSpPr/>
            <p:nvPr/>
          </p:nvGrpSpPr>
          <p:grpSpPr>
            <a:xfrm>
              <a:off x="7091725" y="1955766"/>
              <a:ext cx="1717200" cy="416047"/>
              <a:chOff x="9397475" y="332800"/>
              <a:chExt cx="1717200" cy="404400"/>
            </a:xfrm>
          </p:grpSpPr>
          <p:sp>
            <p:nvSpPr>
              <p:cNvPr id="350" name="Google Shape;350;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9"/>
            <p:cNvGrpSpPr/>
            <p:nvPr/>
          </p:nvGrpSpPr>
          <p:grpSpPr>
            <a:xfrm>
              <a:off x="7091725" y="2372140"/>
              <a:ext cx="1717200" cy="416047"/>
              <a:chOff x="9397475" y="332800"/>
              <a:chExt cx="1717200" cy="404400"/>
            </a:xfrm>
          </p:grpSpPr>
          <p:sp>
            <p:nvSpPr>
              <p:cNvPr id="355" name="Google Shape;355;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 name="Google Shape;359;p29"/>
            <p:cNvGrpSpPr/>
            <p:nvPr/>
          </p:nvGrpSpPr>
          <p:grpSpPr>
            <a:xfrm>
              <a:off x="7091725" y="2788196"/>
              <a:ext cx="1717200" cy="416047"/>
              <a:chOff x="9397475" y="332800"/>
              <a:chExt cx="1717200" cy="404400"/>
            </a:xfrm>
          </p:grpSpPr>
          <p:sp>
            <p:nvSpPr>
              <p:cNvPr id="360" name="Google Shape;360;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4" name="Google Shape;364;p29"/>
            <p:cNvGrpSpPr/>
            <p:nvPr/>
          </p:nvGrpSpPr>
          <p:grpSpPr>
            <a:xfrm>
              <a:off x="7091725" y="3204252"/>
              <a:ext cx="1717200" cy="416047"/>
              <a:chOff x="9397475" y="332800"/>
              <a:chExt cx="1717200" cy="404400"/>
            </a:xfrm>
          </p:grpSpPr>
          <p:sp>
            <p:nvSpPr>
              <p:cNvPr id="365" name="Google Shape;365;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 name="Google Shape;369;p29"/>
            <p:cNvGrpSpPr/>
            <p:nvPr/>
          </p:nvGrpSpPr>
          <p:grpSpPr>
            <a:xfrm>
              <a:off x="7091725" y="3620616"/>
              <a:ext cx="1717200" cy="416047"/>
              <a:chOff x="9397475" y="332800"/>
              <a:chExt cx="1717200" cy="404400"/>
            </a:xfrm>
          </p:grpSpPr>
          <p:sp>
            <p:nvSpPr>
              <p:cNvPr id="370" name="Google Shape;370;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4" name="Google Shape;374;p29"/>
            <p:cNvGrpSpPr/>
            <p:nvPr/>
          </p:nvGrpSpPr>
          <p:grpSpPr>
            <a:xfrm>
              <a:off x="7091725" y="4036672"/>
              <a:ext cx="1717200" cy="416047"/>
              <a:chOff x="9397475" y="332800"/>
              <a:chExt cx="1717200" cy="404400"/>
            </a:xfrm>
          </p:grpSpPr>
          <p:sp>
            <p:nvSpPr>
              <p:cNvPr id="375" name="Google Shape;375;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9" name="Google Shape;379;p29"/>
            <p:cNvGrpSpPr/>
            <p:nvPr/>
          </p:nvGrpSpPr>
          <p:grpSpPr>
            <a:xfrm>
              <a:off x="7091725" y="4453037"/>
              <a:ext cx="1717200" cy="416047"/>
              <a:chOff x="9397475" y="332800"/>
              <a:chExt cx="1717200" cy="404400"/>
            </a:xfrm>
          </p:grpSpPr>
          <p:sp>
            <p:nvSpPr>
              <p:cNvPr id="380" name="Google Shape;380;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4" name="Google Shape;384;p29"/>
          <p:cNvGrpSpPr/>
          <p:nvPr/>
        </p:nvGrpSpPr>
        <p:grpSpPr>
          <a:xfrm rot="-5400000">
            <a:off x="5999514" y="-1427459"/>
            <a:ext cx="1717200" cy="4572048"/>
            <a:chOff x="7091725" y="291542"/>
            <a:chExt cx="1717200" cy="4577541"/>
          </a:xfrm>
        </p:grpSpPr>
        <p:grpSp>
          <p:nvGrpSpPr>
            <p:cNvPr id="385" name="Google Shape;385;p29"/>
            <p:cNvGrpSpPr/>
            <p:nvPr/>
          </p:nvGrpSpPr>
          <p:grpSpPr>
            <a:xfrm>
              <a:off x="7091725" y="291542"/>
              <a:ext cx="1717200" cy="416047"/>
              <a:chOff x="9397475" y="332800"/>
              <a:chExt cx="1717200" cy="404400"/>
            </a:xfrm>
          </p:grpSpPr>
          <p:sp>
            <p:nvSpPr>
              <p:cNvPr id="386" name="Google Shape;386;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 name="Google Shape;390;p29"/>
            <p:cNvGrpSpPr/>
            <p:nvPr/>
          </p:nvGrpSpPr>
          <p:grpSpPr>
            <a:xfrm>
              <a:off x="7091725" y="707598"/>
              <a:ext cx="1717200" cy="416047"/>
              <a:chOff x="9397475" y="332800"/>
              <a:chExt cx="1717200" cy="404400"/>
            </a:xfrm>
          </p:grpSpPr>
          <p:sp>
            <p:nvSpPr>
              <p:cNvPr id="391" name="Google Shape;391;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 name="Google Shape;395;p29"/>
            <p:cNvGrpSpPr/>
            <p:nvPr/>
          </p:nvGrpSpPr>
          <p:grpSpPr>
            <a:xfrm>
              <a:off x="7091725" y="1123654"/>
              <a:ext cx="1717200" cy="416047"/>
              <a:chOff x="9397475" y="332800"/>
              <a:chExt cx="1717200" cy="404400"/>
            </a:xfrm>
          </p:grpSpPr>
          <p:sp>
            <p:nvSpPr>
              <p:cNvPr id="396" name="Google Shape;396;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29"/>
            <p:cNvGrpSpPr/>
            <p:nvPr/>
          </p:nvGrpSpPr>
          <p:grpSpPr>
            <a:xfrm>
              <a:off x="7091725" y="1539710"/>
              <a:ext cx="1717200" cy="416047"/>
              <a:chOff x="9397475" y="332800"/>
              <a:chExt cx="1717200" cy="404400"/>
            </a:xfrm>
          </p:grpSpPr>
          <p:sp>
            <p:nvSpPr>
              <p:cNvPr id="401" name="Google Shape;401;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 name="Google Shape;405;p29"/>
            <p:cNvGrpSpPr/>
            <p:nvPr/>
          </p:nvGrpSpPr>
          <p:grpSpPr>
            <a:xfrm>
              <a:off x="7091725" y="1955766"/>
              <a:ext cx="1717200" cy="416047"/>
              <a:chOff x="9397475" y="332800"/>
              <a:chExt cx="1717200" cy="404400"/>
            </a:xfrm>
          </p:grpSpPr>
          <p:sp>
            <p:nvSpPr>
              <p:cNvPr id="406" name="Google Shape;406;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 name="Google Shape;410;p29"/>
            <p:cNvGrpSpPr/>
            <p:nvPr/>
          </p:nvGrpSpPr>
          <p:grpSpPr>
            <a:xfrm>
              <a:off x="7091725" y="2372140"/>
              <a:ext cx="1717200" cy="416047"/>
              <a:chOff x="9397475" y="332800"/>
              <a:chExt cx="1717200" cy="404400"/>
            </a:xfrm>
          </p:grpSpPr>
          <p:sp>
            <p:nvSpPr>
              <p:cNvPr id="411" name="Google Shape;411;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29"/>
            <p:cNvGrpSpPr/>
            <p:nvPr/>
          </p:nvGrpSpPr>
          <p:grpSpPr>
            <a:xfrm>
              <a:off x="7091725" y="2788196"/>
              <a:ext cx="1717200" cy="416047"/>
              <a:chOff x="9397475" y="332800"/>
              <a:chExt cx="1717200" cy="404400"/>
            </a:xfrm>
          </p:grpSpPr>
          <p:sp>
            <p:nvSpPr>
              <p:cNvPr id="416" name="Google Shape;416;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29"/>
            <p:cNvGrpSpPr/>
            <p:nvPr/>
          </p:nvGrpSpPr>
          <p:grpSpPr>
            <a:xfrm>
              <a:off x="7091725" y="3204252"/>
              <a:ext cx="1717200" cy="416047"/>
              <a:chOff x="9397475" y="332800"/>
              <a:chExt cx="1717200" cy="404400"/>
            </a:xfrm>
          </p:grpSpPr>
          <p:sp>
            <p:nvSpPr>
              <p:cNvPr id="421" name="Google Shape;421;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 name="Google Shape;425;p29"/>
            <p:cNvGrpSpPr/>
            <p:nvPr/>
          </p:nvGrpSpPr>
          <p:grpSpPr>
            <a:xfrm>
              <a:off x="7091725" y="3620616"/>
              <a:ext cx="1717200" cy="416047"/>
              <a:chOff x="9397475" y="332800"/>
              <a:chExt cx="1717200" cy="404400"/>
            </a:xfrm>
          </p:grpSpPr>
          <p:sp>
            <p:nvSpPr>
              <p:cNvPr id="426" name="Google Shape;426;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 name="Google Shape;430;p29"/>
            <p:cNvGrpSpPr/>
            <p:nvPr/>
          </p:nvGrpSpPr>
          <p:grpSpPr>
            <a:xfrm>
              <a:off x="7091725" y="4036672"/>
              <a:ext cx="1717200" cy="416047"/>
              <a:chOff x="9397475" y="332800"/>
              <a:chExt cx="1717200" cy="404400"/>
            </a:xfrm>
          </p:grpSpPr>
          <p:sp>
            <p:nvSpPr>
              <p:cNvPr id="431" name="Google Shape;431;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5" name="Google Shape;435;p29"/>
            <p:cNvGrpSpPr/>
            <p:nvPr/>
          </p:nvGrpSpPr>
          <p:grpSpPr>
            <a:xfrm>
              <a:off x="7091725" y="4453037"/>
              <a:ext cx="1717200" cy="416047"/>
              <a:chOff x="9397475" y="332800"/>
              <a:chExt cx="1717200" cy="404400"/>
            </a:xfrm>
          </p:grpSpPr>
          <p:sp>
            <p:nvSpPr>
              <p:cNvPr id="436" name="Google Shape;436;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0" name="Google Shape;440;p29"/>
          <p:cNvGrpSpPr/>
          <p:nvPr/>
        </p:nvGrpSpPr>
        <p:grpSpPr>
          <a:xfrm rot="-5400000">
            <a:off x="1427443" y="290401"/>
            <a:ext cx="1717200" cy="4572048"/>
            <a:chOff x="7091725" y="291542"/>
            <a:chExt cx="1717200" cy="4577541"/>
          </a:xfrm>
        </p:grpSpPr>
        <p:grpSp>
          <p:nvGrpSpPr>
            <p:cNvPr id="441" name="Google Shape;441;p29"/>
            <p:cNvGrpSpPr/>
            <p:nvPr/>
          </p:nvGrpSpPr>
          <p:grpSpPr>
            <a:xfrm>
              <a:off x="7091725" y="291542"/>
              <a:ext cx="1717200" cy="416047"/>
              <a:chOff x="9397475" y="332800"/>
              <a:chExt cx="1717200" cy="404400"/>
            </a:xfrm>
          </p:grpSpPr>
          <p:sp>
            <p:nvSpPr>
              <p:cNvPr id="442" name="Google Shape;442;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29"/>
            <p:cNvGrpSpPr/>
            <p:nvPr/>
          </p:nvGrpSpPr>
          <p:grpSpPr>
            <a:xfrm>
              <a:off x="7091725" y="707598"/>
              <a:ext cx="1717200" cy="416047"/>
              <a:chOff x="9397475" y="332800"/>
              <a:chExt cx="1717200" cy="404400"/>
            </a:xfrm>
          </p:grpSpPr>
          <p:sp>
            <p:nvSpPr>
              <p:cNvPr id="447" name="Google Shape;447;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29"/>
            <p:cNvGrpSpPr/>
            <p:nvPr/>
          </p:nvGrpSpPr>
          <p:grpSpPr>
            <a:xfrm>
              <a:off x="7091725" y="1123654"/>
              <a:ext cx="1717200" cy="416047"/>
              <a:chOff x="9397475" y="332800"/>
              <a:chExt cx="1717200" cy="404400"/>
            </a:xfrm>
          </p:grpSpPr>
          <p:sp>
            <p:nvSpPr>
              <p:cNvPr id="452" name="Google Shape;452;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 name="Google Shape;456;p29"/>
            <p:cNvGrpSpPr/>
            <p:nvPr/>
          </p:nvGrpSpPr>
          <p:grpSpPr>
            <a:xfrm>
              <a:off x="7091725" y="1539710"/>
              <a:ext cx="1717200" cy="416047"/>
              <a:chOff x="9397475" y="332800"/>
              <a:chExt cx="1717200" cy="404400"/>
            </a:xfrm>
          </p:grpSpPr>
          <p:sp>
            <p:nvSpPr>
              <p:cNvPr id="457" name="Google Shape;457;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1" name="Google Shape;461;p29"/>
            <p:cNvGrpSpPr/>
            <p:nvPr/>
          </p:nvGrpSpPr>
          <p:grpSpPr>
            <a:xfrm>
              <a:off x="7091725" y="1955766"/>
              <a:ext cx="1717200" cy="416047"/>
              <a:chOff x="9397475" y="332800"/>
              <a:chExt cx="1717200" cy="404400"/>
            </a:xfrm>
          </p:grpSpPr>
          <p:sp>
            <p:nvSpPr>
              <p:cNvPr id="462" name="Google Shape;462;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29"/>
            <p:cNvGrpSpPr/>
            <p:nvPr/>
          </p:nvGrpSpPr>
          <p:grpSpPr>
            <a:xfrm>
              <a:off x="7091725" y="2372140"/>
              <a:ext cx="1717200" cy="416047"/>
              <a:chOff x="9397475" y="332800"/>
              <a:chExt cx="1717200" cy="404400"/>
            </a:xfrm>
          </p:grpSpPr>
          <p:sp>
            <p:nvSpPr>
              <p:cNvPr id="467" name="Google Shape;467;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29"/>
            <p:cNvGrpSpPr/>
            <p:nvPr/>
          </p:nvGrpSpPr>
          <p:grpSpPr>
            <a:xfrm>
              <a:off x="7091725" y="2788196"/>
              <a:ext cx="1717200" cy="416047"/>
              <a:chOff x="9397475" y="332800"/>
              <a:chExt cx="1717200" cy="404400"/>
            </a:xfrm>
          </p:grpSpPr>
          <p:sp>
            <p:nvSpPr>
              <p:cNvPr id="472" name="Google Shape;472;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6" name="Google Shape;476;p29"/>
            <p:cNvGrpSpPr/>
            <p:nvPr/>
          </p:nvGrpSpPr>
          <p:grpSpPr>
            <a:xfrm>
              <a:off x="7091725" y="3204252"/>
              <a:ext cx="1717200" cy="416047"/>
              <a:chOff x="9397475" y="332800"/>
              <a:chExt cx="1717200" cy="404400"/>
            </a:xfrm>
          </p:grpSpPr>
          <p:sp>
            <p:nvSpPr>
              <p:cNvPr id="477" name="Google Shape;477;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 name="Google Shape;481;p29"/>
            <p:cNvGrpSpPr/>
            <p:nvPr/>
          </p:nvGrpSpPr>
          <p:grpSpPr>
            <a:xfrm>
              <a:off x="7091725" y="3620616"/>
              <a:ext cx="1717200" cy="416047"/>
              <a:chOff x="9397475" y="332800"/>
              <a:chExt cx="1717200" cy="404400"/>
            </a:xfrm>
          </p:grpSpPr>
          <p:sp>
            <p:nvSpPr>
              <p:cNvPr id="482" name="Google Shape;482;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 name="Google Shape;486;p29"/>
            <p:cNvGrpSpPr/>
            <p:nvPr/>
          </p:nvGrpSpPr>
          <p:grpSpPr>
            <a:xfrm>
              <a:off x="7091725" y="4036672"/>
              <a:ext cx="1717200" cy="416047"/>
              <a:chOff x="9397475" y="332800"/>
              <a:chExt cx="1717200" cy="404400"/>
            </a:xfrm>
          </p:grpSpPr>
          <p:sp>
            <p:nvSpPr>
              <p:cNvPr id="487" name="Google Shape;487;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29"/>
            <p:cNvGrpSpPr/>
            <p:nvPr/>
          </p:nvGrpSpPr>
          <p:grpSpPr>
            <a:xfrm>
              <a:off x="7091725" y="4453037"/>
              <a:ext cx="1717200" cy="416047"/>
              <a:chOff x="9397475" y="332800"/>
              <a:chExt cx="1717200" cy="404400"/>
            </a:xfrm>
          </p:grpSpPr>
          <p:sp>
            <p:nvSpPr>
              <p:cNvPr id="492" name="Google Shape;492;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6" name="Google Shape;496;p29"/>
          <p:cNvGrpSpPr/>
          <p:nvPr/>
        </p:nvGrpSpPr>
        <p:grpSpPr>
          <a:xfrm rot="-5400000">
            <a:off x="5999514" y="290401"/>
            <a:ext cx="1717200" cy="4572048"/>
            <a:chOff x="7091725" y="291542"/>
            <a:chExt cx="1717200" cy="4577541"/>
          </a:xfrm>
        </p:grpSpPr>
        <p:grpSp>
          <p:nvGrpSpPr>
            <p:cNvPr id="497" name="Google Shape;497;p29"/>
            <p:cNvGrpSpPr/>
            <p:nvPr/>
          </p:nvGrpSpPr>
          <p:grpSpPr>
            <a:xfrm>
              <a:off x="7091725" y="291542"/>
              <a:ext cx="1717200" cy="416047"/>
              <a:chOff x="9397475" y="332800"/>
              <a:chExt cx="1717200" cy="404400"/>
            </a:xfrm>
          </p:grpSpPr>
          <p:sp>
            <p:nvSpPr>
              <p:cNvPr id="498" name="Google Shape;498;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29"/>
            <p:cNvGrpSpPr/>
            <p:nvPr/>
          </p:nvGrpSpPr>
          <p:grpSpPr>
            <a:xfrm>
              <a:off x="7091725" y="707598"/>
              <a:ext cx="1717200" cy="416047"/>
              <a:chOff x="9397475" y="332800"/>
              <a:chExt cx="1717200" cy="404400"/>
            </a:xfrm>
          </p:grpSpPr>
          <p:sp>
            <p:nvSpPr>
              <p:cNvPr id="503" name="Google Shape;503;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 name="Google Shape;507;p29"/>
            <p:cNvGrpSpPr/>
            <p:nvPr/>
          </p:nvGrpSpPr>
          <p:grpSpPr>
            <a:xfrm>
              <a:off x="7091725" y="1123654"/>
              <a:ext cx="1717200" cy="416047"/>
              <a:chOff x="9397475" y="332800"/>
              <a:chExt cx="1717200" cy="404400"/>
            </a:xfrm>
          </p:grpSpPr>
          <p:sp>
            <p:nvSpPr>
              <p:cNvPr id="508" name="Google Shape;508;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 name="Google Shape;512;p29"/>
            <p:cNvGrpSpPr/>
            <p:nvPr/>
          </p:nvGrpSpPr>
          <p:grpSpPr>
            <a:xfrm>
              <a:off x="7091725" y="1539710"/>
              <a:ext cx="1717200" cy="416047"/>
              <a:chOff x="9397475" y="332800"/>
              <a:chExt cx="1717200" cy="404400"/>
            </a:xfrm>
          </p:grpSpPr>
          <p:sp>
            <p:nvSpPr>
              <p:cNvPr id="513" name="Google Shape;513;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 name="Google Shape;517;p29"/>
            <p:cNvGrpSpPr/>
            <p:nvPr/>
          </p:nvGrpSpPr>
          <p:grpSpPr>
            <a:xfrm>
              <a:off x="7091725" y="1955766"/>
              <a:ext cx="1717200" cy="416047"/>
              <a:chOff x="9397475" y="332800"/>
              <a:chExt cx="1717200" cy="404400"/>
            </a:xfrm>
          </p:grpSpPr>
          <p:sp>
            <p:nvSpPr>
              <p:cNvPr id="518" name="Google Shape;518;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 name="Google Shape;522;p29"/>
            <p:cNvGrpSpPr/>
            <p:nvPr/>
          </p:nvGrpSpPr>
          <p:grpSpPr>
            <a:xfrm>
              <a:off x="7091725" y="2372140"/>
              <a:ext cx="1717200" cy="416047"/>
              <a:chOff x="9397475" y="332800"/>
              <a:chExt cx="1717200" cy="404400"/>
            </a:xfrm>
          </p:grpSpPr>
          <p:sp>
            <p:nvSpPr>
              <p:cNvPr id="523" name="Google Shape;523;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 name="Google Shape;527;p29"/>
            <p:cNvGrpSpPr/>
            <p:nvPr/>
          </p:nvGrpSpPr>
          <p:grpSpPr>
            <a:xfrm>
              <a:off x="7091725" y="2788196"/>
              <a:ext cx="1717200" cy="416047"/>
              <a:chOff x="9397475" y="332800"/>
              <a:chExt cx="1717200" cy="404400"/>
            </a:xfrm>
          </p:grpSpPr>
          <p:sp>
            <p:nvSpPr>
              <p:cNvPr id="528" name="Google Shape;528;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29"/>
            <p:cNvGrpSpPr/>
            <p:nvPr/>
          </p:nvGrpSpPr>
          <p:grpSpPr>
            <a:xfrm>
              <a:off x="7091725" y="3204252"/>
              <a:ext cx="1717200" cy="416047"/>
              <a:chOff x="9397475" y="332800"/>
              <a:chExt cx="1717200" cy="404400"/>
            </a:xfrm>
          </p:grpSpPr>
          <p:sp>
            <p:nvSpPr>
              <p:cNvPr id="533" name="Google Shape;533;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 name="Google Shape;537;p29"/>
            <p:cNvGrpSpPr/>
            <p:nvPr/>
          </p:nvGrpSpPr>
          <p:grpSpPr>
            <a:xfrm>
              <a:off x="7091725" y="3620616"/>
              <a:ext cx="1717200" cy="416047"/>
              <a:chOff x="9397475" y="332800"/>
              <a:chExt cx="1717200" cy="404400"/>
            </a:xfrm>
          </p:grpSpPr>
          <p:sp>
            <p:nvSpPr>
              <p:cNvPr id="538" name="Google Shape;538;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 name="Google Shape;542;p29"/>
            <p:cNvGrpSpPr/>
            <p:nvPr/>
          </p:nvGrpSpPr>
          <p:grpSpPr>
            <a:xfrm>
              <a:off x="7091725" y="4036672"/>
              <a:ext cx="1717200" cy="416047"/>
              <a:chOff x="9397475" y="332800"/>
              <a:chExt cx="1717200" cy="404400"/>
            </a:xfrm>
          </p:grpSpPr>
          <p:sp>
            <p:nvSpPr>
              <p:cNvPr id="543" name="Google Shape;543;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7" name="Google Shape;547;p29"/>
            <p:cNvGrpSpPr/>
            <p:nvPr/>
          </p:nvGrpSpPr>
          <p:grpSpPr>
            <a:xfrm>
              <a:off x="7091725" y="4453037"/>
              <a:ext cx="1717200" cy="416047"/>
              <a:chOff x="9397475" y="332800"/>
              <a:chExt cx="1717200" cy="404400"/>
            </a:xfrm>
          </p:grpSpPr>
          <p:sp>
            <p:nvSpPr>
              <p:cNvPr id="548" name="Google Shape;548;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2" name="Google Shape;552;p29"/>
          <p:cNvGrpSpPr/>
          <p:nvPr/>
        </p:nvGrpSpPr>
        <p:grpSpPr>
          <a:xfrm rot="-5400000">
            <a:off x="1427443" y="2007593"/>
            <a:ext cx="1717200" cy="4572048"/>
            <a:chOff x="7091725" y="291542"/>
            <a:chExt cx="1717200" cy="4577541"/>
          </a:xfrm>
        </p:grpSpPr>
        <p:grpSp>
          <p:nvGrpSpPr>
            <p:cNvPr id="553" name="Google Shape;553;p29"/>
            <p:cNvGrpSpPr/>
            <p:nvPr/>
          </p:nvGrpSpPr>
          <p:grpSpPr>
            <a:xfrm>
              <a:off x="7091725" y="291542"/>
              <a:ext cx="1717200" cy="416047"/>
              <a:chOff x="9397475" y="332800"/>
              <a:chExt cx="1717200" cy="404400"/>
            </a:xfrm>
          </p:grpSpPr>
          <p:sp>
            <p:nvSpPr>
              <p:cNvPr id="554" name="Google Shape;554;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8" name="Google Shape;558;p29"/>
            <p:cNvGrpSpPr/>
            <p:nvPr/>
          </p:nvGrpSpPr>
          <p:grpSpPr>
            <a:xfrm>
              <a:off x="7091725" y="707598"/>
              <a:ext cx="1717200" cy="416047"/>
              <a:chOff x="9397475" y="332800"/>
              <a:chExt cx="1717200" cy="404400"/>
            </a:xfrm>
          </p:grpSpPr>
          <p:sp>
            <p:nvSpPr>
              <p:cNvPr id="559" name="Google Shape;559;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 name="Google Shape;563;p29"/>
            <p:cNvGrpSpPr/>
            <p:nvPr/>
          </p:nvGrpSpPr>
          <p:grpSpPr>
            <a:xfrm>
              <a:off x="7091725" y="1123654"/>
              <a:ext cx="1717200" cy="416047"/>
              <a:chOff x="9397475" y="332800"/>
              <a:chExt cx="1717200" cy="404400"/>
            </a:xfrm>
          </p:grpSpPr>
          <p:sp>
            <p:nvSpPr>
              <p:cNvPr id="564" name="Google Shape;564;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8" name="Google Shape;568;p29"/>
            <p:cNvGrpSpPr/>
            <p:nvPr/>
          </p:nvGrpSpPr>
          <p:grpSpPr>
            <a:xfrm>
              <a:off x="7091725" y="1539710"/>
              <a:ext cx="1717200" cy="416047"/>
              <a:chOff x="9397475" y="332800"/>
              <a:chExt cx="1717200" cy="404400"/>
            </a:xfrm>
          </p:grpSpPr>
          <p:sp>
            <p:nvSpPr>
              <p:cNvPr id="569" name="Google Shape;569;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 name="Google Shape;573;p29"/>
            <p:cNvGrpSpPr/>
            <p:nvPr/>
          </p:nvGrpSpPr>
          <p:grpSpPr>
            <a:xfrm>
              <a:off x="7091725" y="1955766"/>
              <a:ext cx="1717200" cy="416047"/>
              <a:chOff x="9397475" y="332800"/>
              <a:chExt cx="1717200" cy="404400"/>
            </a:xfrm>
          </p:grpSpPr>
          <p:sp>
            <p:nvSpPr>
              <p:cNvPr id="574" name="Google Shape;574;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 name="Google Shape;578;p29"/>
            <p:cNvGrpSpPr/>
            <p:nvPr/>
          </p:nvGrpSpPr>
          <p:grpSpPr>
            <a:xfrm>
              <a:off x="7091725" y="2372140"/>
              <a:ext cx="1717200" cy="416047"/>
              <a:chOff x="9397475" y="332800"/>
              <a:chExt cx="1717200" cy="404400"/>
            </a:xfrm>
          </p:grpSpPr>
          <p:sp>
            <p:nvSpPr>
              <p:cNvPr id="579" name="Google Shape;579;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3" name="Google Shape;583;p29"/>
            <p:cNvGrpSpPr/>
            <p:nvPr/>
          </p:nvGrpSpPr>
          <p:grpSpPr>
            <a:xfrm>
              <a:off x="7091725" y="2788196"/>
              <a:ext cx="1717200" cy="416047"/>
              <a:chOff x="9397475" y="332800"/>
              <a:chExt cx="1717200" cy="404400"/>
            </a:xfrm>
          </p:grpSpPr>
          <p:sp>
            <p:nvSpPr>
              <p:cNvPr id="584" name="Google Shape;584;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 name="Google Shape;588;p29"/>
            <p:cNvGrpSpPr/>
            <p:nvPr/>
          </p:nvGrpSpPr>
          <p:grpSpPr>
            <a:xfrm>
              <a:off x="7091725" y="3204252"/>
              <a:ext cx="1717200" cy="416047"/>
              <a:chOff x="9397475" y="332800"/>
              <a:chExt cx="1717200" cy="404400"/>
            </a:xfrm>
          </p:grpSpPr>
          <p:sp>
            <p:nvSpPr>
              <p:cNvPr id="589" name="Google Shape;589;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 name="Google Shape;593;p29"/>
            <p:cNvGrpSpPr/>
            <p:nvPr/>
          </p:nvGrpSpPr>
          <p:grpSpPr>
            <a:xfrm>
              <a:off x="7091725" y="3620616"/>
              <a:ext cx="1717200" cy="416047"/>
              <a:chOff x="9397475" y="332800"/>
              <a:chExt cx="1717200" cy="404400"/>
            </a:xfrm>
          </p:grpSpPr>
          <p:sp>
            <p:nvSpPr>
              <p:cNvPr id="594" name="Google Shape;594;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29"/>
            <p:cNvGrpSpPr/>
            <p:nvPr/>
          </p:nvGrpSpPr>
          <p:grpSpPr>
            <a:xfrm>
              <a:off x="7091725" y="4036672"/>
              <a:ext cx="1717200" cy="416047"/>
              <a:chOff x="9397475" y="332800"/>
              <a:chExt cx="1717200" cy="404400"/>
            </a:xfrm>
          </p:grpSpPr>
          <p:sp>
            <p:nvSpPr>
              <p:cNvPr id="599" name="Google Shape;599;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 name="Google Shape;603;p29"/>
            <p:cNvGrpSpPr/>
            <p:nvPr/>
          </p:nvGrpSpPr>
          <p:grpSpPr>
            <a:xfrm>
              <a:off x="7091725" y="4453037"/>
              <a:ext cx="1717200" cy="416047"/>
              <a:chOff x="9397475" y="332800"/>
              <a:chExt cx="1717200" cy="404400"/>
            </a:xfrm>
          </p:grpSpPr>
          <p:sp>
            <p:nvSpPr>
              <p:cNvPr id="604" name="Google Shape;604;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8" name="Google Shape;608;p29"/>
          <p:cNvGrpSpPr/>
          <p:nvPr/>
        </p:nvGrpSpPr>
        <p:grpSpPr>
          <a:xfrm rot="-5400000">
            <a:off x="5999514" y="2007593"/>
            <a:ext cx="1717200" cy="4572048"/>
            <a:chOff x="7091725" y="291542"/>
            <a:chExt cx="1717200" cy="4577541"/>
          </a:xfrm>
        </p:grpSpPr>
        <p:grpSp>
          <p:nvGrpSpPr>
            <p:cNvPr id="609" name="Google Shape;609;p29"/>
            <p:cNvGrpSpPr/>
            <p:nvPr/>
          </p:nvGrpSpPr>
          <p:grpSpPr>
            <a:xfrm>
              <a:off x="7091725" y="291542"/>
              <a:ext cx="1717200" cy="416047"/>
              <a:chOff x="9397475" y="332800"/>
              <a:chExt cx="1717200" cy="404400"/>
            </a:xfrm>
          </p:grpSpPr>
          <p:sp>
            <p:nvSpPr>
              <p:cNvPr id="610" name="Google Shape;610;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 name="Google Shape;614;p29"/>
            <p:cNvGrpSpPr/>
            <p:nvPr/>
          </p:nvGrpSpPr>
          <p:grpSpPr>
            <a:xfrm>
              <a:off x="7091725" y="707598"/>
              <a:ext cx="1717200" cy="416047"/>
              <a:chOff x="9397475" y="332800"/>
              <a:chExt cx="1717200" cy="404400"/>
            </a:xfrm>
          </p:grpSpPr>
          <p:sp>
            <p:nvSpPr>
              <p:cNvPr id="615" name="Google Shape;615;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 name="Google Shape;619;p29"/>
            <p:cNvGrpSpPr/>
            <p:nvPr/>
          </p:nvGrpSpPr>
          <p:grpSpPr>
            <a:xfrm>
              <a:off x="7091725" y="1123654"/>
              <a:ext cx="1717200" cy="416047"/>
              <a:chOff x="9397475" y="332800"/>
              <a:chExt cx="1717200" cy="404400"/>
            </a:xfrm>
          </p:grpSpPr>
          <p:sp>
            <p:nvSpPr>
              <p:cNvPr id="620" name="Google Shape;620;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 name="Google Shape;624;p29"/>
            <p:cNvGrpSpPr/>
            <p:nvPr/>
          </p:nvGrpSpPr>
          <p:grpSpPr>
            <a:xfrm>
              <a:off x="7091725" y="1539710"/>
              <a:ext cx="1717200" cy="416047"/>
              <a:chOff x="9397475" y="332800"/>
              <a:chExt cx="1717200" cy="404400"/>
            </a:xfrm>
          </p:grpSpPr>
          <p:sp>
            <p:nvSpPr>
              <p:cNvPr id="625" name="Google Shape;625;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 name="Google Shape;629;p29"/>
            <p:cNvGrpSpPr/>
            <p:nvPr/>
          </p:nvGrpSpPr>
          <p:grpSpPr>
            <a:xfrm>
              <a:off x="7091725" y="1955766"/>
              <a:ext cx="1717200" cy="416047"/>
              <a:chOff x="9397475" y="332800"/>
              <a:chExt cx="1717200" cy="404400"/>
            </a:xfrm>
          </p:grpSpPr>
          <p:sp>
            <p:nvSpPr>
              <p:cNvPr id="630" name="Google Shape;630;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 name="Google Shape;634;p29"/>
            <p:cNvGrpSpPr/>
            <p:nvPr/>
          </p:nvGrpSpPr>
          <p:grpSpPr>
            <a:xfrm>
              <a:off x="7091725" y="2372140"/>
              <a:ext cx="1717200" cy="416047"/>
              <a:chOff x="9397475" y="332800"/>
              <a:chExt cx="1717200" cy="404400"/>
            </a:xfrm>
          </p:grpSpPr>
          <p:sp>
            <p:nvSpPr>
              <p:cNvPr id="635" name="Google Shape;635;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639;p29"/>
            <p:cNvGrpSpPr/>
            <p:nvPr/>
          </p:nvGrpSpPr>
          <p:grpSpPr>
            <a:xfrm>
              <a:off x="7091725" y="2788196"/>
              <a:ext cx="1717200" cy="416047"/>
              <a:chOff x="9397475" y="332800"/>
              <a:chExt cx="1717200" cy="404400"/>
            </a:xfrm>
          </p:grpSpPr>
          <p:sp>
            <p:nvSpPr>
              <p:cNvPr id="640" name="Google Shape;640;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29"/>
            <p:cNvGrpSpPr/>
            <p:nvPr/>
          </p:nvGrpSpPr>
          <p:grpSpPr>
            <a:xfrm>
              <a:off x="7091725" y="3204252"/>
              <a:ext cx="1717200" cy="416047"/>
              <a:chOff x="9397475" y="332800"/>
              <a:chExt cx="1717200" cy="404400"/>
            </a:xfrm>
          </p:grpSpPr>
          <p:sp>
            <p:nvSpPr>
              <p:cNvPr id="645" name="Google Shape;645;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9" name="Google Shape;649;p29"/>
            <p:cNvGrpSpPr/>
            <p:nvPr/>
          </p:nvGrpSpPr>
          <p:grpSpPr>
            <a:xfrm>
              <a:off x="7091725" y="3620616"/>
              <a:ext cx="1717200" cy="416047"/>
              <a:chOff x="9397475" y="332800"/>
              <a:chExt cx="1717200" cy="404400"/>
            </a:xfrm>
          </p:grpSpPr>
          <p:sp>
            <p:nvSpPr>
              <p:cNvPr id="650" name="Google Shape;650;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29"/>
            <p:cNvGrpSpPr/>
            <p:nvPr/>
          </p:nvGrpSpPr>
          <p:grpSpPr>
            <a:xfrm>
              <a:off x="7091725" y="4036672"/>
              <a:ext cx="1717200" cy="416047"/>
              <a:chOff x="9397475" y="332800"/>
              <a:chExt cx="1717200" cy="404400"/>
            </a:xfrm>
          </p:grpSpPr>
          <p:sp>
            <p:nvSpPr>
              <p:cNvPr id="655" name="Google Shape;655;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 name="Google Shape;659;p29"/>
            <p:cNvGrpSpPr/>
            <p:nvPr/>
          </p:nvGrpSpPr>
          <p:grpSpPr>
            <a:xfrm>
              <a:off x="7091725" y="4453037"/>
              <a:ext cx="1717200" cy="416047"/>
              <a:chOff x="9397475" y="332800"/>
              <a:chExt cx="1717200" cy="404400"/>
            </a:xfrm>
          </p:grpSpPr>
          <p:sp>
            <p:nvSpPr>
              <p:cNvPr id="660" name="Google Shape;660;p29"/>
              <p:cNvSpPr/>
              <p:nvPr/>
            </p:nvSpPr>
            <p:spPr>
              <a:xfrm>
                <a:off x="93974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9"/>
              <p:cNvSpPr/>
              <p:nvPr/>
            </p:nvSpPr>
            <p:spPr>
              <a:xfrm>
                <a:off x="98267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9"/>
              <p:cNvSpPr/>
              <p:nvPr/>
            </p:nvSpPr>
            <p:spPr>
              <a:xfrm>
                <a:off x="102560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9"/>
              <p:cNvSpPr/>
              <p:nvPr/>
            </p:nvSpPr>
            <p:spPr>
              <a:xfrm>
                <a:off x="10685375" y="332800"/>
                <a:ext cx="429300" cy="404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80"/>
        <p:cNvGrpSpPr/>
        <p:nvPr/>
      </p:nvGrpSpPr>
      <p:grpSpPr>
        <a:xfrm>
          <a:off x="0" y="0"/>
          <a:ext cx="0" cy="0"/>
          <a:chOff x="0" y="0"/>
          <a:chExt cx="0" cy="0"/>
        </a:xfrm>
      </p:grpSpPr>
      <p:sp>
        <p:nvSpPr>
          <p:cNvPr id="81" name="Google Shape;81;p9"/>
          <p:cNvSpPr>
            <a:spLocks noGrp="1"/>
          </p:cNvSpPr>
          <p:nvPr>
            <p:ph type="pic" idx="2"/>
          </p:nvPr>
        </p:nvSpPr>
        <p:spPr>
          <a:xfrm>
            <a:off x="5339781" y="293025"/>
            <a:ext cx="3468900" cy="4582500"/>
          </a:xfrm>
          <a:prstGeom prst="rect">
            <a:avLst/>
          </a:prstGeom>
          <a:noFill/>
          <a:ln w="9525" cap="flat" cmpd="sng">
            <a:solidFill>
              <a:schemeClr val="accent2"/>
            </a:solidFill>
            <a:prstDash val="solid"/>
            <a:round/>
            <a:headEnd type="none" w="sm" len="sm"/>
            <a:tailEnd type="none" w="sm" len="sm"/>
          </a:ln>
        </p:spPr>
      </p:sp>
      <p:grpSp>
        <p:nvGrpSpPr>
          <p:cNvPr id="82" name="Google Shape;82;p9"/>
          <p:cNvGrpSpPr/>
          <p:nvPr/>
        </p:nvGrpSpPr>
        <p:grpSpPr>
          <a:xfrm>
            <a:off x="-16200" y="-5250"/>
            <a:ext cx="9176400" cy="5154000"/>
            <a:chOff x="-16200" y="-5250"/>
            <a:chExt cx="9176400" cy="5154000"/>
          </a:xfrm>
        </p:grpSpPr>
        <p:cxnSp>
          <p:nvCxnSpPr>
            <p:cNvPr id="83" name="Google Shape;83;p9"/>
            <p:cNvCxnSpPr/>
            <p:nvPr/>
          </p:nvCxnSpPr>
          <p:spPr>
            <a:xfrm>
              <a:off x="-16200" y="291325"/>
              <a:ext cx="9176400" cy="0"/>
            </a:xfrm>
            <a:prstGeom prst="straightConnector1">
              <a:avLst/>
            </a:prstGeom>
            <a:noFill/>
            <a:ln w="9525" cap="flat" cmpd="sng">
              <a:solidFill>
                <a:schemeClr val="accent2"/>
              </a:solidFill>
              <a:prstDash val="solid"/>
              <a:round/>
              <a:headEnd type="none" w="med" len="med"/>
              <a:tailEnd type="none" w="med" len="med"/>
            </a:ln>
          </p:spPr>
        </p:cxnSp>
        <p:grpSp>
          <p:nvGrpSpPr>
            <p:cNvPr id="84" name="Google Shape;84;p9"/>
            <p:cNvGrpSpPr/>
            <p:nvPr/>
          </p:nvGrpSpPr>
          <p:grpSpPr>
            <a:xfrm>
              <a:off x="367863" y="-5250"/>
              <a:ext cx="8440625" cy="5154000"/>
              <a:chOff x="369800" y="-5250"/>
              <a:chExt cx="8440625" cy="5154000"/>
            </a:xfrm>
          </p:grpSpPr>
          <p:cxnSp>
            <p:nvCxnSpPr>
              <p:cNvPr id="85" name="Google Shape;85;p9"/>
              <p:cNvCxnSpPr/>
              <p:nvPr/>
            </p:nvCxnSpPr>
            <p:spPr>
              <a:xfrm>
                <a:off x="369800" y="-5250"/>
                <a:ext cx="0" cy="5154000"/>
              </a:xfrm>
              <a:prstGeom prst="straightConnector1">
                <a:avLst/>
              </a:prstGeom>
              <a:noFill/>
              <a:ln w="9525" cap="flat" cmpd="sng">
                <a:solidFill>
                  <a:schemeClr val="accent2"/>
                </a:solidFill>
                <a:prstDash val="solid"/>
                <a:round/>
                <a:headEnd type="none" w="med" len="med"/>
                <a:tailEnd type="none" w="med" len="med"/>
              </a:ln>
            </p:spPr>
          </p:cxnSp>
          <p:cxnSp>
            <p:nvCxnSpPr>
              <p:cNvPr id="86" name="Google Shape;86;p9"/>
              <p:cNvCxnSpPr/>
              <p:nvPr/>
            </p:nvCxnSpPr>
            <p:spPr>
              <a:xfrm>
                <a:off x="8810425" y="-5250"/>
                <a:ext cx="0" cy="5154000"/>
              </a:xfrm>
              <a:prstGeom prst="straightConnector1">
                <a:avLst/>
              </a:prstGeom>
              <a:noFill/>
              <a:ln w="9525" cap="flat" cmpd="sng">
                <a:solidFill>
                  <a:schemeClr val="accent2"/>
                </a:solidFill>
                <a:prstDash val="solid"/>
                <a:round/>
                <a:headEnd type="none" w="med" len="med"/>
                <a:tailEnd type="none" w="med" len="med"/>
              </a:ln>
            </p:spPr>
          </p:cxnSp>
        </p:grpSp>
        <p:cxnSp>
          <p:nvCxnSpPr>
            <p:cNvPr id="87" name="Google Shape;87;p9"/>
            <p:cNvCxnSpPr/>
            <p:nvPr/>
          </p:nvCxnSpPr>
          <p:spPr>
            <a:xfrm>
              <a:off x="-16200" y="4876400"/>
              <a:ext cx="9176400" cy="0"/>
            </a:xfrm>
            <a:prstGeom prst="straightConnector1">
              <a:avLst/>
            </a:prstGeom>
            <a:noFill/>
            <a:ln w="9525" cap="flat" cmpd="sng">
              <a:solidFill>
                <a:schemeClr val="accent2"/>
              </a:solidFill>
              <a:prstDash val="solid"/>
              <a:round/>
              <a:headEnd type="none" w="med" len="med"/>
              <a:tailEnd type="none" w="med" len="med"/>
            </a:ln>
          </p:spPr>
        </p:cxnSp>
      </p:grpSp>
      <p:sp>
        <p:nvSpPr>
          <p:cNvPr id="88" name="Google Shape;88;p9"/>
          <p:cNvSpPr txBox="1">
            <a:spLocks noGrp="1"/>
          </p:cNvSpPr>
          <p:nvPr>
            <p:ph type="title"/>
          </p:nvPr>
        </p:nvSpPr>
        <p:spPr>
          <a:xfrm>
            <a:off x="720000" y="1498975"/>
            <a:ext cx="44256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9" name="Google Shape;89;p9"/>
          <p:cNvSpPr txBox="1">
            <a:spLocks noGrp="1"/>
          </p:cNvSpPr>
          <p:nvPr>
            <p:ph type="subTitle" idx="1"/>
          </p:nvPr>
        </p:nvSpPr>
        <p:spPr>
          <a:xfrm>
            <a:off x="720000" y="2340775"/>
            <a:ext cx="4483800" cy="168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90" name="Google Shape;90;p9"/>
          <p:cNvGrpSpPr/>
          <p:nvPr/>
        </p:nvGrpSpPr>
        <p:grpSpPr>
          <a:xfrm>
            <a:off x="120975" y="1602250"/>
            <a:ext cx="136800" cy="1869650"/>
            <a:chOff x="120975" y="1602250"/>
            <a:chExt cx="136800" cy="1869650"/>
          </a:xfrm>
        </p:grpSpPr>
        <p:sp>
          <p:nvSpPr>
            <p:cNvPr id="91" name="Google Shape;91;p9"/>
            <p:cNvSpPr/>
            <p:nvPr/>
          </p:nvSpPr>
          <p:spPr>
            <a:xfrm>
              <a:off x="120975" y="3342300"/>
              <a:ext cx="136800" cy="129600"/>
            </a:xfrm>
            <a:prstGeom prst="star4">
              <a:avLst>
                <a:gd name="adj" fmla="val 597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9"/>
            <p:cNvSpPr/>
            <p:nvPr/>
          </p:nvSpPr>
          <p:spPr>
            <a:xfrm>
              <a:off x="120975" y="1602250"/>
              <a:ext cx="136800" cy="129600"/>
            </a:xfrm>
            <a:prstGeom prst="star4">
              <a:avLst>
                <a:gd name="adj" fmla="val 597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9"/>
          <p:cNvSpPr txBox="1">
            <a:spLocks noGrp="1"/>
          </p:cNvSpPr>
          <p:nvPr>
            <p:ph type="subTitle" idx="3"/>
          </p:nvPr>
        </p:nvSpPr>
        <p:spPr>
          <a:xfrm rot="-5400000">
            <a:off x="-2405850" y="2378350"/>
            <a:ext cx="5221200" cy="4095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Clr>
                <a:schemeClr val="lt1"/>
              </a:buClr>
              <a:buSzPts val="1400"/>
              <a:buNone/>
              <a:defRPr>
                <a:solidFill>
                  <a:schemeClr val="lt1"/>
                </a:solidFill>
              </a:defRPr>
            </a:lvl1pPr>
            <a:lvl2pPr lvl="1" algn="ctr" rtl="0">
              <a:spcBef>
                <a:spcPts val="1600"/>
              </a:spcBef>
              <a:spcAft>
                <a:spcPts val="0"/>
              </a:spcAft>
              <a:buClr>
                <a:schemeClr val="lt1"/>
              </a:buClr>
              <a:buSzPts val="1400"/>
              <a:buNone/>
              <a:defRPr>
                <a:solidFill>
                  <a:schemeClr val="lt1"/>
                </a:solidFill>
              </a:defRPr>
            </a:lvl2pPr>
            <a:lvl3pPr lvl="2" algn="ctr" rtl="0">
              <a:spcBef>
                <a:spcPts val="1600"/>
              </a:spcBef>
              <a:spcAft>
                <a:spcPts val="0"/>
              </a:spcAft>
              <a:buClr>
                <a:schemeClr val="lt1"/>
              </a:buClr>
              <a:buSzPts val="1400"/>
              <a:buNone/>
              <a:defRPr>
                <a:solidFill>
                  <a:schemeClr val="lt1"/>
                </a:solidFill>
              </a:defRPr>
            </a:lvl3pPr>
            <a:lvl4pPr lvl="3" algn="ctr" rtl="0">
              <a:spcBef>
                <a:spcPts val="1600"/>
              </a:spcBef>
              <a:spcAft>
                <a:spcPts val="0"/>
              </a:spcAft>
              <a:buClr>
                <a:schemeClr val="lt1"/>
              </a:buClr>
              <a:buSzPts val="1400"/>
              <a:buNone/>
              <a:defRPr>
                <a:solidFill>
                  <a:schemeClr val="lt1"/>
                </a:solidFill>
              </a:defRPr>
            </a:lvl4pPr>
            <a:lvl5pPr lvl="4" algn="ctr" rtl="0">
              <a:spcBef>
                <a:spcPts val="1600"/>
              </a:spcBef>
              <a:spcAft>
                <a:spcPts val="0"/>
              </a:spcAft>
              <a:buClr>
                <a:schemeClr val="lt1"/>
              </a:buClr>
              <a:buSzPts val="1400"/>
              <a:buNone/>
              <a:defRPr>
                <a:solidFill>
                  <a:schemeClr val="lt1"/>
                </a:solidFill>
              </a:defRPr>
            </a:lvl5pPr>
            <a:lvl6pPr lvl="5" algn="ctr" rtl="0">
              <a:spcBef>
                <a:spcPts val="1600"/>
              </a:spcBef>
              <a:spcAft>
                <a:spcPts val="0"/>
              </a:spcAft>
              <a:buClr>
                <a:schemeClr val="lt1"/>
              </a:buClr>
              <a:buSzPts val="1400"/>
              <a:buNone/>
              <a:defRPr>
                <a:solidFill>
                  <a:schemeClr val="lt1"/>
                </a:solidFill>
              </a:defRPr>
            </a:lvl6pPr>
            <a:lvl7pPr lvl="6" algn="ctr" rtl="0">
              <a:spcBef>
                <a:spcPts val="1600"/>
              </a:spcBef>
              <a:spcAft>
                <a:spcPts val="0"/>
              </a:spcAft>
              <a:buClr>
                <a:schemeClr val="lt1"/>
              </a:buClr>
              <a:buSzPts val="1400"/>
              <a:buNone/>
              <a:defRPr>
                <a:solidFill>
                  <a:schemeClr val="lt1"/>
                </a:solidFill>
              </a:defRPr>
            </a:lvl7pPr>
            <a:lvl8pPr lvl="7" algn="ctr" rtl="0">
              <a:spcBef>
                <a:spcPts val="1600"/>
              </a:spcBef>
              <a:spcAft>
                <a:spcPts val="0"/>
              </a:spcAft>
              <a:buClr>
                <a:schemeClr val="lt1"/>
              </a:buClr>
              <a:buSzPts val="1400"/>
              <a:buNone/>
              <a:defRPr>
                <a:solidFill>
                  <a:schemeClr val="lt1"/>
                </a:solidFill>
              </a:defRPr>
            </a:lvl8pPr>
            <a:lvl9pPr lvl="8" algn="ctr" rtl="0">
              <a:spcBef>
                <a:spcPts val="1600"/>
              </a:spcBef>
              <a:spcAft>
                <a:spcPts val="1600"/>
              </a:spcAft>
              <a:buClr>
                <a:schemeClr val="lt1"/>
              </a:buClr>
              <a:buSzPts val="1400"/>
              <a:buNone/>
              <a:defRPr>
                <a:solidFill>
                  <a:schemeClr val="lt1"/>
                </a:solidFill>
              </a:defRPr>
            </a:lvl9pPr>
          </a:lstStyle>
          <a:p>
            <a:endParaRPr/>
          </a:p>
        </p:txBody>
      </p:sp>
    </p:spTree>
    <p:extLst>
      <p:ext uri="{BB962C8B-B14F-4D97-AF65-F5344CB8AC3E}">
        <p14:creationId xmlns:p14="http://schemas.microsoft.com/office/powerpoint/2010/main" val="37218927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10639"/>
            <a:ext cx="7713900" cy="4731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700"/>
              <a:buFont typeface="Poppins SemiBold"/>
              <a:buNone/>
              <a:defRPr sz="3700">
                <a:solidFill>
                  <a:schemeClr val="dk1"/>
                </a:solidFill>
                <a:latin typeface="Poppins SemiBold"/>
                <a:ea typeface="Poppins SemiBold"/>
                <a:cs typeface="Poppins SemiBold"/>
                <a:sym typeface="Poppins SemiBold"/>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2"/>
              </a:buClr>
              <a:buSzPts val="1400"/>
              <a:buFont typeface="Jost"/>
              <a:buChar char="●"/>
              <a:defRPr>
                <a:solidFill>
                  <a:schemeClr val="accent2"/>
                </a:solidFill>
                <a:latin typeface="Jost"/>
                <a:ea typeface="Jost"/>
                <a:cs typeface="Jost"/>
                <a:sym typeface="Jost"/>
              </a:defRPr>
            </a:lvl1pPr>
            <a:lvl2pPr marL="914400" lvl="1" indent="-317500">
              <a:lnSpc>
                <a:spcPct val="100000"/>
              </a:lnSpc>
              <a:spcBef>
                <a:spcPts val="1600"/>
              </a:spcBef>
              <a:spcAft>
                <a:spcPts val="0"/>
              </a:spcAft>
              <a:buClr>
                <a:schemeClr val="accent2"/>
              </a:buClr>
              <a:buSzPts val="1400"/>
              <a:buFont typeface="Jost"/>
              <a:buChar char="○"/>
              <a:defRPr>
                <a:solidFill>
                  <a:schemeClr val="accent2"/>
                </a:solidFill>
                <a:latin typeface="Jost"/>
                <a:ea typeface="Jost"/>
                <a:cs typeface="Jost"/>
                <a:sym typeface="Jost"/>
              </a:defRPr>
            </a:lvl2pPr>
            <a:lvl3pPr marL="1371600" lvl="2" indent="-317500">
              <a:lnSpc>
                <a:spcPct val="100000"/>
              </a:lnSpc>
              <a:spcBef>
                <a:spcPts val="1600"/>
              </a:spcBef>
              <a:spcAft>
                <a:spcPts val="0"/>
              </a:spcAft>
              <a:buClr>
                <a:schemeClr val="accent2"/>
              </a:buClr>
              <a:buSzPts val="1400"/>
              <a:buFont typeface="Jost"/>
              <a:buChar char="■"/>
              <a:defRPr>
                <a:solidFill>
                  <a:schemeClr val="accent2"/>
                </a:solidFill>
                <a:latin typeface="Jost"/>
                <a:ea typeface="Jost"/>
                <a:cs typeface="Jost"/>
                <a:sym typeface="Jost"/>
              </a:defRPr>
            </a:lvl3pPr>
            <a:lvl4pPr marL="1828800" lvl="3" indent="-317500">
              <a:lnSpc>
                <a:spcPct val="100000"/>
              </a:lnSpc>
              <a:spcBef>
                <a:spcPts val="1600"/>
              </a:spcBef>
              <a:spcAft>
                <a:spcPts val="0"/>
              </a:spcAft>
              <a:buClr>
                <a:schemeClr val="accent2"/>
              </a:buClr>
              <a:buSzPts val="1400"/>
              <a:buFont typeface="Jost"/>
              <a:buChar char="●"/>
              <a:defRPr>
                <a:solidFill>
                  <a:schemeClr val="accent2"/>
                </a:solidFill>
                <a:latin typeface="Jost"/>
                <a:ea typeface="Jost"/>
                <a:cs typeface="Jost"/>
                <a:sym typeface="Jost"/>
              </a:defRPr>
            </a:lvl4pPr>
            <a:lvl5pPr marL="2286000" lvl="4" indent="-317500">
              <a:lnSpc>
                <a:spcPct val="100000"/>
              </a:lnSpc>
              <a:spcBef>
                <a:spcPts val="1600"/>
              </a:spcBef>
              <a:spcAft>
                <a:spcPts val="0"/>
              </a:spcAft>
              <a:buClr>
                <a:schemeClr val="accent2"/>
              </a:buClr>
              <a:buSzPts val="1400"/>
              <a:buFont typeface="Jost"/>
              <a:buChar char="○"/>
              <a:defRPr>
                <a:solidFill>
                  <a:schemeClr val="accent2"/>
                </a:solidFill>
                <a:latin typeface="Jost"/>
                <a:ea typeface="Jost"/>
                <a:cs typeface="Jost"/>
                <a:sym typeface="Jost"/>
              </a:defRPr>
            </a:lvl5pPr>
            <a:lvl6pPr marL="2743200" lvl="5" indent="-317500">
              <a:lnSpc>
                <a:spcPct val="100000"/>
              </a:lnSpc>
              <a:spcBef>
                <a:spcPts val="1600"/>
              </a:spcBef>
              <a:spcAft>
                <a:spcPts val="0"/>
              </a:spcAft>
              <a:buClr>
                <a:schemeClr val="accent2"/>
              </a:buClr>
              <a:buSzPts val="1400"/>
              <a:buFont typeface="Jost"/>
              <a:buChar char="■"/>
              <a:defRPr>
                <a:solidFill>
                  <a:schemeClr val="accent2"/>
                </a:solidFill>
                <a:latin typeface="Jost"/>
                <a:ea typeface="Jost"/>
                <a:cs typeface="Jost"/>
                <a:sym typeface="Jost"/>
              </a:defRPr>
            </a:lvl6pPr>
            <a:lvl7pPr marL="3200400" lvl="6" indent="-317500">
              <a:lnSpc>
                <a:spcPct val="100000"/>
              </a:lnSpc>
              <a:spcBef>
                <a:spcPts val="1600"/>
              </a:spcBef>
              <a:spcAft>
                <a:spcPts val="0"/>
              </a:spcAft>
              <a:buClr>
                <a:schemeClr val="accent2"/>
              </a:buClr>
              <a:buSzPts val="1400"/>
              <a:buFont typeface="Jost"/>
              <a:buChar char="●"/>
              <a:defRPr>
                <a:solidFill>
                  <a:schemeClr val="accent2"/>
                </a:solidFill>
                <a:latin typeface="Jost"/>
                <a:ea typeface="Jost"/>
                <a:cs typeface="Jost"/>
                <a:sym typeface="Jost"/>
              </a:defRPr>
            </a:lvl7pPr>
            <a:lvl8pPr marL="3657600" lvl="7" indent="-317500">
              <a:lnSpc>
                <a:spcPct val="100000"/>
              </a:lnSpc>
              <a:spcBef>
                <a:spcPts val="1600"/>
              </a:spcBef>
              <a:spcAft>
                <a:spcPts val="0"/>
              </a:spcAft>
              <a:buClr>
                <a:schemeClr val="accent2"/>
              </a:buClr>
              <a:buSzPts val="1400"/>
              <a:buFont typeface="Jost"/>
              <a:buChar char="○"/>
              <a:defRPr>
                <a:solidFill>
                  <a:schemeClr val="accent2"/>
                </a:solidFill>
                <a:latin typeface="Jost"/>
                <a:ea typeface="Jost"/>
                <a:cs typeface="Jost"/>
                <a:sym typeface="Jost"/>
              </a:defRPr>
            </a:lvl8pPr>
            <a:lvl9pPr marL="4114800" lvl="8" indent="-317500">
              <a:lnSpc>
                <a:spcPct val="100000"/>
              </a:lnSpc>
              <a:spcBef>
                <a:spcPts val="1600"/>
              </a:spcBef>
              <a:spcAft>
                <a:spcPts val="1600"/>
              </a:spcAft>
              <a:buClr>
                <a:schemeClr val="accent2"/>
              </a:buClr>
              <a:buSzPts val="1400"/>
              <a:buFont typeface="Jost"/>
              <a:buChar char="■"/>
              <a:defRPr>
                <a:solidFill>
                  <a:schemeClr val="accent2"/>
                </a:solidFill>
                <a:latin typeface="Jost"/>
                <a:ea typeface="Jost"/>
                <a:cs typeface="Jost"/>
                <a:sym typeface="Jos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8" r:id="rId7"/>
    <p:sldLayoutId id="2147483660" r:id="rId8"/>
    <p:sldLayoutId id="2147483662" r:id="rId9"/>
    <p:sldLayoutId id="2147483663" r:id="rId10"/>
    <p:sldLayoutId id="2147483669" r:id="rId11"/>
    <p:sldLayoutId id="2147483670" r:id="rId12"/>
    <p:sldLayoutId id="2147483674" r:id="rId13"/>
    <p:sldLayoutId id="2147483675" r:id="rId14"/>
    <p:sldLayoutId id="2147483679" r:id="rId15"/>
  </p:sldLayoutIdLst>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grpSp>
        <p:nvGrpSpPr>
          <p:cNvPr id="674" name="Google Shape;674;p33"/>
          <p:cNvGrpSpPr/>
          <p:nvPr/>
        </p:nvGrpSpPr>
        <p:grpSpPr>
          <a:xfrm>
            <a:off x="3332443" y="2951454"/>
            <a:ext cx="1925604" cy="1286889"/>
            <a:chOff x="715100" y="3009200"/>
            <a:chExt cx="2330675" cy="1557600"/>
          </a:xfrm>
        </p:grpSpPr>
        <p:sp>
          <p:nvSpPr>
            <p:cNvPr id="675" name="Google Shape;675;p33"/>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3"/>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77" name="Google Shape;677;p33"/>
          <p:cNvPicPr preferRelativeResize="0">
            <a:picLocks noGrp="1"/>
          </p:cNvPicPr>
          <p:nvPr>
            <p:ph type="pic" idx="3"/>
          </p:nvPr>
        </p:nvPicPr>
        <p:blipFill rotWithShape="1">
          <a:blip r:embed="rId3"/>
          <a:srcRect l="26836" r="26836"/>
          <a:stretch/>
        </p:blipFill>
        <p:spPr>
          <a:xfrm>
            <a:off x="5147875" y="297100"/>
            <a:ext cx="3657600" cy="4572000"/>
          </a:xfrm>
          <a:prstGeom prst="rect">
            <a:avLst/>
          </a:prstGeom>
        </p:spPr>
      </p:pic>
      <p:sp>
        <p:nvSpPr>
          <p:cNvPr id="678" name="Google Shape;678;p33"/>
          <p:cNvSpPr txBox="1">
            <a:spLocks noGrp="1"/>
          </p:cNvSpPr>
          <p:nvPr>
            <p:ph type="ctrTitle"/>
          </p:nvPr>
        </p:nvSpPr>
        <p:spPr>
          <a:xfrm>
            <a:off x="715100" y="797350"/>
            <a:ext cx="4780800" cy="158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Page Rank Algorithm</a:t>
            </a:r>
            <a:endParaRPr dirty="0">
              <a:solidFill>
                <a:schemeClr val="accent1"/>
              </a:solidFill>
            </a:endParaRPr>
          </a:p>
        </p:txBody>
      </p:sp>
      <p:sp>
        <p:nvSpPr>
          <p:cNvPr id="679" name="Google Shape;679;p33"/>
          <p:cNvSpPr txBox="1">
            <a:spLocks noGrp="1"/>
          </p:cNvSpPr>
          <p:nvPr>
            <p:ph type="subTitle" idx="1"/>
          </p:nvPr>
        </p:nvSpPr>
        <p:spPr>
          <a:xfrm>
            <a:off x="715100" y="3390150"/>
            <a:ext cx="3412800" cy="40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Mathematics for Computing 1</a:t>
            </a:r>
            <a:endParaRPr dirty="0"/>
          </a:p>
        </p:txBody>
      </p:sp>
      <p:sp>
        <p:nvSpPr>
          <p:cNvPr id="680" name="Google Shape;680;p33"/>
          <p:cNvSpPr/>
          <p:nvPr/>
        </p:nvSpPr>
        <p:spPr>
          <a:xfrm>
            <a:off x="715102" y="2334572"/>
            <a:ext cx="2173200" cy="704700"/>
          </a:xfrm>
          <a:prstGeom prst="ellipse">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1" name="Google Shape;681;p33"/>
          <p:cNvGrpSpPr/>
          <p:nvPr/>
        </p:nvGrpSpPr>
        <p:grpSpPr>
          <a:xfrm>
            <a:off x="3281416" y="382504"/>
            <a:ext cx="591581" cy="557906"/>
            <a:chOff x="5608975" y="754475"/>
            <a:chExt cx="989100" cy="1086900"/>
          </a:xfrm>
        </p:grpSpPr>
        <p:sp>
          <p:nvSpPr>
            <p:cNvPr id="682" name="Google Shape;682;p33"/>
            <p:cNvSpPr/>
            <p:nvPr/>
          </p:nvSpPr>
          <p:spPr>
            <a:xfrm>
              <a:off x="5608975" y="754475"/>
              <a:ext cx="989100" cy="1086900"/>
            </a:xfrm>
            <a:prstGeom prst="star4">
              <a:avLst>
                <a:gd name="adj" fmla="val 10049"/>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3"/>
            <p:cNvSpPr/>
            <p:nvPr/>
          </p:nvSpPr>
          <p:spPr>
            <a:xfrm>
              <a:off x="6068125" y="1262675"/>
              <a:ext cx="70800" cy="7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4" name="Google Shape;684;p33"/>
          <p:cNvSpPr txBox="1">
            <a:spLocks noGrp="1"/>
          </p:cNvSpPr>
          <p:nvPr>
            <p:ph type="ctrTitle" idx="2"/>
          </p:nvPr>
        </p:nvSpPr>
        <p:spPr>
          <a:xfrm>
            <a:off x="1003313" y="2515538"/>
            <a:ext cx="1596900" cy="3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TEAM 10</a:t>
            </a:r>
            <a:endParaRPr dirty="0"/>
          </a:p>
        </p:txBody>
      </p:sp>
      <p:sp>
        <p:nvSpPr>
          <p:cNvPr id="685" name="Google Shape;685;p33"/>
          <p:cNvSpPr/>
          <p:nvPr/>
        </p:nvSpPr>
        <p:spPr>
          <a:xfrm>
            <a:off x="1077750" y="4150400"/>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3">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3">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3"/>
          <p:cNvSpPr txBox="1">
            <a:spLocks noGrp="1"/>
          </p:cNvSpPr>
          <p:nvPr>
            <p:ph type="subTitle" idx="4"/>
          </p:nvPr>
        </p:nvSpPr>
        <p:spPr>
          <a:xfrm rot="-5400000">
            <a:off x="-2405850" y="2378350"/>
            <a:ext cx="5221200" cy="409500"/>
          </a:xfrm>
          <a:prstGeom prst="rect">
            <a:avLst/>
          </a:prstGeom>
        </p:spPr>
        <p:txBody>
          <a:bodyPr spcFirstLastPara="1" wrap="square" lIns="91425" tIns="91425" rIns="91425" bIns="91425" anchor="t" anchorCtr="0">
            <a:noAutofit/>
          </a:bodyPr>
          <a:lstStyle/>
          <a:p>
            <a:pPr marL="0" indent="0">
              <a:spcAft>
                <a:spcPts val="1600"/>
              </a:spcAft>
            </a:pPr>
            <a:r>
              <a:rPr lang="en" dirty="0"/>
              <a:t>Page Rank Algorithm </a:t>
            </a:r>
            <a:r>
              <a:rPr lang="en-IN" dirty="0"/>
              <a:t>Page Rank Algorithm Page Rank Algorithm </a:t>
            </a:r>
          </a:p>
          <a:p>
            <a:pPr marL="0" indent="0">
              <a:spcAft>
                <a:spcPts val="1600"/>
              </a:spcAft>
            </a:pPr>
            <a:endParaRPr lang="en-IN" dirty="0"/>
          </a:p>
          <a:p>
            <a:pPr marL="0" lvl="0" indent="0" algn="ctr" rtl="0">
              <a:spcBef>
                <a:spcPts val="0"/>
              </a:spcBef>
              <a:spcAft>
                <a:spcPts val="1600"/>
              </a:spcAft>
              <a:buNone/>
            </a:pPr>
            <a:endParaRPr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of Contents</a:t>
            </a:r>
            <a:endParaRPr dirty="0"/>
          </a:p>
        </p:txBody>
      </p:sp>
      <p:graphicFrame>
        <p:nvGraphicFramePr>
          <p:cNvPr id="695" name="Google Shape;695;p34"/>
          <p:cNvGraphicFramePr/>
          <p:nvPr>
            <p:extLst>
              <p:ext uri="{D42A27DB-BD31-4B8C-83A1-F6EECF244321}">
                <p14:modId xmlns:p14="http://schemas.microsoft.com/office/powerpoint/2010/main" val="3104357787"/>
              </p:ext>
            </p:extLst>
          </p:nvPr>
        </p:nvGraphicFramePr>
        <p:xfrm>
          <a:off x="720000" y="1614825"/>
          <a:ext cx="7704000" cy="1807625"/>
        </p:xfrm>
        <a:graphic>
          <a:graphicData uri="http://schemas.openxmlformats.org/drawingml/2006/table">
            <a:tbl>
              <a:tblPr>
                <a:noFill/>
                <a:tableStyleId>{94D883E4-02CE-4933-9DA2-4898FB47A7D6}</a:tableStyleId>
              </a:tblPr>
              <a:tblGrid>
                <a:gridCol w="2506625">
                  <a:extLst>
                    <a:ext uri="{9D8B030D-6E8A-4147-A177-3AD203B41FA5}">
                      <a16:colId xmlns:a16="http://schemas.microsoft.com/office/drawing/2014/main" val="20000"/>
                    </a:ext>
                  </a:extLst>
                </a:gridCol>
                <a:gridCol w="5197375">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100" b="1" dirty="0">
                          <a:solidFill>
                            <a:schemeClr val="hlink"/>
                          </a:solidFill>
                          <a:uFill>
                            <a:noFill/>
                          </a:uFill>
                          <a:latin typeface="Jost"/>
                          <a:ea typeface="Jost"/>
                          <a:cs typeface="Jost"/>
                          <a:sym typeface="Jost"/>
                        </a:rPr>
                        <a:t>Introduction</a:t>
                      </a:r>
                      <a:endParaRPr sz="1100" b="1" dirty="0">
                        <a:solidFill>
                          <a:schemeClr val="dk1"/>
                        </a:solidFill>
                        <a:latin typeface="Jost"/>
                        <a:ea typeface="Jost"/>
                        <a:cs typeface="Jost"/>
                        <a:sym typeface="Jost"/>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tcPr>
                </a:tc>
                <a:tc>
                  <a:txBody>
                    <a:bodyPr/>
                    <a:lstStyle/>
                    <a:p>
                      <a:pPr marL="0" lvl="0" indent="0" algn="l" rtl="0">
                        <a:spcBef>
                          <a:spcPts val="0"/>
                        </a:spcBef>
                        <a:spcAft>
                          <a:spcPts val="1600"/>
                        </a:spcAft>
                        <a:buNone/>
                      </a:pPr>
                      <a:r>
                        <a:rPr lang="en" sz="1100" dirty="0">
                          <a:solidFill>
                            <a:schemeClr val="accent2"/>
                          </a:solidFill>
                          <a:latin typeface="Jost"/>
                          <a:ea typeface="Jost"/>
                          <a:cs typeface="Jost"/>
                          <a:sym typeface="Jost"/>
                        </a:rPr>
                        <a:t>What is Google Page Rank Algorithm ?</a:t>
                      </a:r>
                      <a:endParaRPr sz="1100" dirty="0">
                        <a:solidFill>
                          <a:schemeClr val="accent2"/>
                        </a:solidFill>
                        <a:latin typeface="Jost"/>
                        <a:ea typeface="Jost"/>
                        <a:cs typeface="Jost"/>
                        <a:sym typeface="Jost"/>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100" b="1" dirty="0">
                          <a:solidFill>
                            <a:schemeClr val="hlink"/>
                          </a:solidFill>
                          <a:uFill>
                            <a:noFill/>
                          </a:uFill>
                          <a:latin typeface="Jost"/>
                          <a:ea typeface="Jost"/>
                          <a:cs typeface="Jost"/>
                          <a:sym typeface="Jost"/>
                        </a:rPr>
                        <a:t>Methodology</a:t>
                      </a:r>
                      <a:endParaRPr sz="1100" b="1" dirty="0">
                        <a:solidFill>
                          <a:schemeClr val="dk1"/>
                        </a:solidFill>
                        <a:latin typeface="Jost"/>
                        <a:ea typeface="Jost"/>
                        <a:cs typeface="Jost"/>
                        <a:sym typeface="Jost"/>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1600"/>
                        </a:spcAft>
                        <a:buNone/>
                      </a:pPr>
                      <a:r>
                        <a:rPr lang="en" sz="1100" dirty="0">
                          <a:solidFill>
                            <a:schemeClr val="accent2"/>
                          </a:solidFill>
                          <a:latin typeface="Jost"/>
                          <a:ea typeface="Jost"/>
                          <a:cs typeface="Jost"/>
                          <a:sym typeface="Jost"/>
                        </a:rPr>
                        <a:t>Methodology of finding the Rank</a:t>
                      </a:r>
                      <a:endParaRPr sz="1100" dirty="0">
                        <a:solidFill>
                          <a:schemeClr val="accent2"/>
                        </a:solidFill>
                        <a:latin typeface="Jost"/>
                        <a:ea typeface="Jost"/>
                        <a:cs typeface="Jost"/>
                        <a:sym typeface="Jost"/>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100" b="1" dirty="0">
                          <a:solidFill>
                            <a:schemeClr val="hlink"/>
                          </a:solidFill>
                          <a:uFill>
                            <a:noFill/>
                          </a:uFill>
                          <a:latin typeface="Jost"/>
                          <a:ea typeface="Jost"/>
                          <a:cs typeface="Jost"/>
                          <a:sym typeface="Jost"/>
                        </a:rPr>
                        <a:t>Calculations</a:t>
                      </a:r>
                      <a:endParaRPr sz="1100" b="1" dirty="0">
                        <a:solidFill>
                          <a:schemeClr val="dk1"/>
                        </a:solidFill>
                        <a:latin typeface="Jost"/>
                        <a:ea typeface="Jost"/>
                        <a:cs typeface="Jost"/>
                        <a:sym typeface="Jost"/>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tcPr>
                </a:tc>
                <a:tc>
                  <a:txBody>
                    <a:bodyPr/>
                    <a:lstStyle/>
                    <a:p>
                      <a:pPr marL="0" lvl="0" indent="0" algn="l" rtl="0">
                        <a:spcBef>
                          <a:spcPts val="0"/>
                        </a:spcBef>
                        <a:spcAft>
                          <a:spcPts val="1600"/>
                        </a:spcAft>
                        <a:buNone/>
                      </a:pPr>
                      <a:r>
                        <a:rPr lang="en-IN" sz="1100" dirty="0">
                          <a:solidFill>
                            <a:schemeClr val="accent2"/>
                          </a:solidFill>
                          <a:latin typeface="Jost"/>
                          <a:ea typeface="Jost"/>
                          <a:cs typeface="Jost"/>
                          <a:sym typeface="Jost"/>
                        </a:rPr>
                        <a:t>Try with an example</a:t>
                      </a:r>
                      <a:endParaRPr sz="1100" dirty="0">
                        <a:solidFill>
                          <a:schemeClr val="accent2"/>
                        </a:solidFill>
                        <a:latin typeface="Jost"/>
                        <a:ea typeface="Jost"/>
                        <a:cs typeface="Jost"/>
                        <a:sym typeface="Jost"/>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IN" sz="1100" b="1">
                          <a:solidFill>
                            <a:schemeClr val="hlink"/>
                          </a:solidFill>
                          <a:uFill>
                            <a:noFill/>
                          </a:uFill>
                          <a:latin typeface="Jost"/>
                          <a:ea typeface="Jost"/>
                          <a:cs typeface="Jost"/>
                          <a:sym typeface="Jost"/>
                        </a:rPr>
                        <a:t>Code</a:t>
                      </a:r>
                      <a:endParaRPr lang="en-IN" sz="1100" b="1" dirty="0">
                        <a:solidFill>
                          <a:schemeClr val="dk1"/>
                        </a:solidFill>
                        <a:latin typeface="Jost"/>
                        <a:ea typeface="Jost"/>
                        <a:cs typeface="Jost"/>
                        <a:sym typeface="Jost"/>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rgbClr val="5584B0">
                        <a:alpha val="51630"/>
                      </a:srgbClr>
                    </a:solidFill>
                  </a:tcPr>
                </a:tc>
                <a:tc>
                  <a:txBody>
                    <a:bodyPr/>
                    <a:lstStyle/>
                    <a:p>
                      <a:pPr marL="0" lvl="0" indent="0" algn="l" rtl="0">
                        <a:spcBef>
                          <a:spcPts val="0"/>
                        </a:spcBef>
                        <a:spcAft>
                          <a:spcPts val="1600"/>
                        </a:spcAft>
                        <a:buNone/>
                      </a:pPr>
                      <a:r>
                        <a:rPr lang="en-US" sz="1100" dirty="0">
                          <a:solidFill>
                            <a:schemeClr val="accent2"/>
                          </a:solidFill>
                          <a:latin typeface="Jost"/>
                          <a:ea typeface="Jost"/>
                          <a:cs typeface="Jost"/>
                          <a:sym typeface="Jost"/>
                        </a:rPr>
                        <a:t>MATLAB and JavaScript Codes</a:t>
                      </a:r>
                    </a:p>
                  </a:txBody>
                  <a:tcPr marL="91425" marR="91425" marT="0" marB="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rgbClr val="5584B0">
                        <a:alpha val="51630"/>
                      </a:srgbClr>
                    </a:solidFill>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100" b="1" dirty="0">
                          <a:solidFill>
                            <a:schemeClr val="dk1"/>
                          </a:solidFill>
                          <a:latin typeface="Jost"/>
                          <a:ea typeface="Jost"/>
                          <a:cs typeface="Jost"/>
                          <a:sym typeface="Jost"/>
                        </a:rPr>
                        <a:t>Conclusion</a:t>
                      </a:r>
                      <a:endParaRPr sz="1100" b="1" dirty="0">
                        <a:solidFill>
                          <a:schemeClr val="dk1"/>
                        </a:solidFill>
                        <a:latin typeface="Jost"/>
                        <a:ea typeface="Jost"/>
                        <a:cs typeface="Jost"/>
                        <a:sym typeface="Jost"/>
                      </a:endParaRPr>
                    </a:p>
                  </a:txBody>
                  <a:tcPr marL="91425" marR="91425" marT="0" marB="0" anchor="ctr">
                    <a:lnL w="9525" cap="flat" cmpd="sng">
                      <a:solidFill>
                        <a:schemeClr val="accent2"/>
                      </a:solidFill>
                      <a:prstDash val="solid"/>
                      <a:round/>
                      <a:headEnd type="none" w="sm" len="sm"/>
                      <a:tailEnd type="none" w="sm" len="sm"/>
                    </a:lnL>
                    <a:lnR w="9525" cap="flat" cmpd="sng" algn="ctr">
                      <a:solidFill>
                        <a:schemeClr val="accent2"/>
                      </a:solidFill>
                      <a:prstDash val="solid"/>
                      <a:round/>
                      <a:headEnd type="none" w="sm" len="sm"/>
                      <a:tailEnd type="none" w="sm" len="sm"/>
                    </a:lnR>
                    <a:lnT w="9525" cap="flat" cmpd="sng" algn="ctr">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rgbClr val="78B3F0">
                        <a:alpha val="60000"/>
                      </a:srgbClr>
                    </a:solidFill>
                  </a:tcPr>
                </a:tc>
                <a:tc>
                  <a:txBody>
                    <a:bodyPr/>
                    <a:lstStyle/>
                    <a:p>
                      <a:pPr marL="0" lvl="0" indent="0" algn="l" rtl="0">
                        <a:spcBef>
                          <a:spcPts val="0"/>
                        </a:spcBef>
                        <a:spcAft>
                          <a:spcPts val="1600"/>
                        </a:spcAft>
                        <a:buNone/>
                      </a:pPr>
                      <a:r>
                        <a:rPr lang="en" sz="1100" dirty="0">
                          <a:solidFill>
                            <a:schemeClr val="accent2"/>
                          </a:solidFill>
                          <a:latin typeface="Jost"/>
                          <a:ea typeface="Jost"/>
                          <a:cs typeface="Jost"/>
                          <a:sym typeface="Jost"/>
                        </a:rPr>
                        <a:t>Concluding the Topic</a:t>
                      </a:r>
                      <a:endParaRPr sz="1100" dirty="0">
                        <a:solidFill>
                          <a:schemeClr val="accent2"/>
                        </a:solidFill>
                        <a:latin typeface="Jost"/>
                        <a:ea typeface="Jost"/>
                        <a:cs typeface="Jost"/>
                        <a:sym typeface="Jost"/>
                      </a:endParaRPr>
                    </a:p>
                  </a:txBody>
                  <a:tcPr marL="91425" marR="91425" marT="0" marB="0" anchor="ctr">
                    <a:lnL w="9525" cap="flat" cmpd="sng" algn="ctr">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lgn="ctr">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rgbClr val="78B3F0">
                        <a:alpha val="60000"/>
                      </a:srgbClr>
                    </a:solidFill>
                  </a:tcPr>
                </a:tc>
                <a:extLst>
                  <a:ext uri="{0D108BD9-81ED-4DB2-BD59-A6C34878D82A}">
                    <a16:rowId xmlns:a16="http://schemas.microsoft.com/office/drawing/2014/main" val="10005"/>
                  </a:ext>
                </a:extLst>
              </a:tr>
            </a:tbl>
          </a:graphicData>
        </a:graphic>
      </p:graphicFrame>
      <p:grpSp>
        <p:nvGrpSpPr>
          <p:cNvPr id="698" name="Google Shape;698;p34"/>
          <p:cNvGrpSpPr/>
          <p:nvPr/>
        </p:nvGrpSpPr>
        <p:grpSpPr>
          <a:xfrm>
            <a:off x="7884511" y="60778"/>
            <a:ext cx="1390947" cy="929576"/>
            <a:chOff x="715100" y="3009200"/>
            <a:chExt cx="2330675" cy="1557600"/>
          </a:xfrm>
        </p:grpSpPr>
        <p:sp>
          <p:nvSpPr>
            <p:cNvPr id="699" name="Google Shape;699;p34"/>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4"/>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1" name="Google Shape;701;p34"/>
          <p:cNvSpPr/>
          <p:nvPr/>
        </p:nvSpPr>
        <p:spPr>
          <a:xfrm>
            <a:off x="483350" y="3914475"/>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4"/>
          <p:cNvSpPr/>
          <p:nvPr/>
        </p:nvSpPr>
        <p:spPr>
          <a:xfrm>
            <a:off x="7884500" y="859530"/>
            <a:ext cx="516600" cy="516600"/>
          </a:xfrm>
          <a:prstGeom prst="star32">
            <a:avLst>
              <a:gd name="adj" fmla="val 1706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4">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4">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4">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4">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8" name="Google Shape;768;p36"/>
          <p:cNvSpPr txBox="1">
            <a:spLocks noGrp="1"/>
          </p:cNvSpPr>
          <p:nvPr>
            <p:ph type="subTitle" idx="1"/>
          </p:nvPr>
        </p:nvSpPr>
        <p:spPr>
          <a:xfrm>
            <a:off x="729811" y="1906435"/>
            <a:ext cx="4483800" cy="2011219"/>
          </a:xfrm>
          <a:prstGeom prst="rect">
            <a:avLst/>
          </a:prstGeom>
        </p:spPr>
        <p:txBody>
          <a:bodyPr spcFirstLastPara="1" wrap="square" lIns="91425" tIns="91425" rIns="91425" bIns="91425" anchor="t" anchorCtr="0">
            <a:noAutofit/>
          </a:bodyPr>
          <a:lstStyle/>
          <a:p>
            <a:pPr marL="0" lvl="0" indent="0" algn="just" rtl="0">
              <a:spcBef>
                <a:spcPts val="0"/>
              </a:spcBef>
              <a:spcAft>
                <a:spcPts val="1600"/>
              </a:spcAft>
              <a:buNone/>
            </a:pPr>
            <a:r>
              <a:rPr lang="en-IN" dirty="0"/>
              <a:t>B </a:t>
            </a:r>
            <a:r>
              <a:rPr lang="en-IN" dirty="0" err="1"/>
              <a:t>Preetam</a:t>
            </a:r>
            <a:r>
              <a:rPr lang="en-IN" dirty="0"/>
              <a:t> Teja                 – </a:t>
            </a:r>
            <a:r>
              <a:rPr lang="en-IN" dirty="0">
                <a:solidFill>
                  <a:schemeClr val="accent1"/>
                </a:solidFill>
              </a:rPr>
              <a:t>CB.EN.U4AIE22112</a:t>
            </a:r>
          </a:p>
          <a:p>
            <a:pPr marL="0" lvl="0" indent="0" algn="just" rtl="0">
              <a:spcBef>
                <a:spcPts val="0"/>
              </a:spcBef>
              <a:spcAft>
                <a:spcPts val="1600"/>
              </a:spcAft>
              <a:buNone/>
            </a:pPr>
            <a:r>
              <a:rPr lang="en-IN" dirty="0"/>
              <a:t>Vishal S                           – </a:t>
            </a:r>
            <a:r>
              <a:rPr lang="en-IN" dirty="0">
                <a:solidFill>
                  <a:schemeClr val="accent1"/>
                </a:solidFill>
              </a:rPr>
              <a:t>CB.EN.U4AIE22157</a:t>
            </a:r>
          </a:p>
          <a:p>
            <a:pPr marL="0" lvl="0" indent="0" algn="just" rtl="0">
              <a:spcBef>
                <a:spcPts val="0"/>
              </a:spcBef>
              <a:spcAft>
                <a:spcPts val="1600"/>
              </a:spcAft>
              <a:buNone/>
            </a:pPr>
            <a:r>
              <a:rPr lang="en-IN" dirty="0"/>
              <a:t>Modi Dharma </a:t>
            </a:r>
            <a:r>
              <a:rPr lang="en-IN" dirty="0" err="1"/>
              <a:t>Theja</a:t>
            </a:r>
            <a:r>
              <a:rPr lang="en-IN" dirty="0"/>
              <a:t> Yadav – </a:t>
            </a:r>
            <a:r>
              <a:rPr lang="en-IN" dirty="0">
                <a:solidFill>
                  <a:schemeClr val="accent1"/>
                </a:solidFill>
              </a:rPr>
              <a:t>CB.EN.U4AIE22137</a:t>
            </a:r>
          </a:p>
          <a:p>
            <a:pPr marL="0" lvl="0" indent="0" algn="just" rtl="0">
              <a:spcBef>
                <a:spcPts val="0"/>
              </a:spcBef>
              <a:spcAft>
                <a:spcPts val="1600"/>
              </a:spcAft>
              <a:buNone/>
            </a:pPr>
            <a:r>
              <a:rPr lang="en-IN" dirty="0" err="1"/>
              <a:t>Nandana</a:t>
            </a:r>
            <a:r>
              <a:rPr lang="en-IN" dirty="0"/>
              <a:t> </a:t>
            </a:r>
            <a:r>
              <a:rPr lang="en-IN" dirty="0" err="1"/>
              <a:t>Gireesh</a:t>
            </a:r>
            <a:r>
              <a:rPr lang="en-IN" dirty="0"/>
              <a:t>             – </a:t>
            </a:r>
            <a:r>
              <a:rPr lang="en-IN" dirty="0">
                <a:solidFill>
                  <a:schemeClr val="accent1"/>
                </a:solidFill>
              </a:rPr>
              <a:t>CB.EN.U4AIE22138</a:t>
            </a:r>
          </a:p>
        </p:txBody>
      </p:sp>
      <p:sp>
        <p:nvSpPr>
          <p:cNvPr id="769" name="Google Shape;769;p36"/>
          <p:cNvSpPr txBox="1">
            <a:spLocks noGrp="1"/>
          </p:cNvSpPr>
          <p:nvPr>
            <p:ph type="title"/>
          </p:nvPr>
        </p:nvSpPr>
        <p:spPr>
          <a:xfrm>
            <a:off x="661840" y="1064635"/>
            <a:ext cx="50684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Team 10 Batch B</a:t>
            </a:r>
            <a:endParaRPr dirty="0"/>
          </a:p>
        </p:txBody>
      </p:sp>
      <p:grpSp>
        <p:nvGrpSpPr>
          <p:cNvPr id="770" name="Google Shape;770;p36"/>
          <p:cNvGrpSpPr/>
          <p:nvPr/>
        </p:nvGrpSpPr>
        <p:grpSpPr>
          <a:xfrm>
            <a:off x="2237325" y="70214"/>
            <a:ext cx="1390947" cy="929576"/>
            <a:chOff x="715100" y="3009200"/>
            <a:chExt cx="2330675" cy="1557600"/>
          </a:xfrm>
        </p:grpSpPr>
        <p:sp>
          <p:nvSpPr>
            <p:cNvPr id="771" name="Google Shape;771;p36"/>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6"/>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 name="Google Shape;773;p36"/>
          <p:cNvGrpSpPr/>
          <p:nvPr/>
        </p:nvGrpSpPr>
        <p:grpSpPr>
          <a:xfrm>
            <a:off x="2637003" y="4243854"/>
            <a:ext cx="591581" cy="557906"/>
            <a:chOff x="5608975" y="754475"/>
            <a:chExt cx="989100" cy="1086900"/>
          </a:xfrm>
        </p:grpSpPr>
        <p:sp>
          <p:nvSpPr>
            <p:cNvPr id="774" name="Google Shape;774;p36"/>
            <p:cNvSpPr/>
            <p:nvPr/>
          </p:nvSpPr>
          <p:spPr>
            <a:xfrm>
              <a:off x="5608975" y="754475"/>
              <a:ext cx="989100" cy="1086900"/>
            </a:xfrm>
            <a:prstGeom prst="star4">
              <a:avLst>
                <a:gd name="adj" fmla="val 10049"/>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6"/>
            <p:cNvSpPr/>
            <p:nvPr/>
          </p:nvSpPr>
          <p:spPr>
            <a:xfrm>
              <a:off x="6068125" y="1262675"/>
              <a:ext cx="70800" cy="7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6" name="Google Shape;776;p36">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6">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6">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6">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6"/>
          <p:cNvSpPr txBox="1">
            <a:spLocks noGrp="1"/>
          </p:cNvSpPr>
          <p:nvPr>
            <p:ph type="subTitle" idx="3"/>
          </p:nvPr>
        </p:nvSpPr>
        <p:spPr>
          <a:xfrm rot="-5400000">
            <a:off x="-2405850" y="2378350"/>
            <a:ext cx="5221200" cy="409500"/>
          </a:xfrm>
          <a:prstGeom prst="rect">
            <a:avLst/>
          </a:prstGeom>
        </p:spPr>
        <p:txBody>
          <a:bodyPr spcFirstLastPara="1" wrap="square" lIns="91425" tIns="91425" rIns="91425" bIns="91425" anchor="t" anchorCtr="0">
            <a:noAutofit/>
          </a:bodyPr>
          <a:lstStyle/>
          <a:p>
            <a:pPr marL="0" indent="0"/>
            <a:r>
              <a:rPr lang="en-IN" dirty="0"/>
              <a:t>Google Page Rank Algorithm Google Page Rank Algorithm</a:t>
            </a:r>
          </a:p>
          <a:p>
            <a:pPr marL="0" lvl="0" indent="0" algn="ctr" rtl="0">
              <a:spcBef>
                <a:spcPts val="0"/>
              </a:spcBef>
              <a:spcAft>
                <a:spcPts val="0"/>
              </a:spcAft>
              <a:buNone/>
            </a:pPr>
            <a:endParaRPr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grpSp>
        <p:nvGrpSpPr>
          <p:cNvPr id="785" name="Google Shape;785;p37"/>
          <p:cNvGrpSpPr/>
          <p:nvPr/>
        </p:nvGrpSpPr>
        <p:grpSpPr>
          <a:xfrm>
            <a:off x="6711800" y="535002"/>
            <a:ext cx="1717200" cy="4481412"/>
            <a:chOff x="7091725" y="291542"/>
            <a:chExt cx="1717200" cy="4577541"/>
          </a:xfrm>
        </p:grpSpPr>
        <p:grpSp>
          <p:nvGrpSpPr>
            <p:cNvPr id="786" name="Google Shape;786;p37"/>
            <p:cNvGrpSpPr/>
            <p:nvPr/>
          </p:nvGrpSpPr>
          <p:grpSpPr>
            <a:xfrm>
              <a:off x="7091725" y="291542"/>
              <a:ext cx="1717200" cy="416047"/>
              <a:chOff x="9397475" y="332800"/>
              <a:chExt cx="1717200" cy="404400"/>
            </a:xfrm>
          </p:grpSpPr>
          <p:sp>
            <p:nvSpPr>
              <p:cNvPr id="787" name="Google Shape;78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 name="Google Shape;791;p37"/>
            <p:cNvGrpSpPr/>
            <p:nvPr/>
          </p:nvGrpSpPr>
          <p:grpSpPr>
            <a:xfrm>
              <a:off x="7091725" y="707598"/>
              <a:ext cx="1717200" cy="416047"/>
              <a:chOff x="9397475" y="332800"/>
              <a:chExt cx="1717200" cy="404400"/>
            </a:xfrm>
          </p:grpSpPr>
          <p:sp>
            <p:nvSpPr>
              <p:cNvPr id="792" name="Google Shape;79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 name="Google Shape;796;p37"/>
            <p:cNvGrpSpPr/>
            <p:nvPr/>
          </p:nvGrpSpPr>
          <p:grpSpPr>
            <a:xfrm>
              <a:off x="7091725" y="1123654"/>
              <a:ext cx="1717200" cy="416047"/>
              <a:chOff x="9397475" y="332800"/>
              <a:chExt cx="1717200" cy="404400"/>
            </a:xfrm>
          </p:grpSpPr>
          <p:sp>
            <p:nvSpPr>
              <p:cNvPr id="797" name="Google Shape;79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 name="Google Shape;801;p37"/>
            <p:cNvGrpSpPr/>
            <p:nvPr/>
          </p:nvGrpSpPr>
          <p:grpSpPr>
            <a:xfrm>
              <a:off x="7091725" y="1539710"/>
              <a:ext cx="1717200" cy="416047"/>
              <a:chOff x="9397475" y="332800"/>
              <a:chExt cx="1717200" cy="404400"/>
            </a:xfrm>
          </p:grpSpPr>
          <p:sp>
            <p:nvSpPr>
              <p:cNvPr id="802" name="Google Shape;80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 name="Google Shape;806;p37"/>
            <p:cNvGrpSpPr/>
            <p:nvPr/>
          </p:nvGrpSpPr>
          <p:grpSpPr>
            <a:xfrm>
              <a:off x="7091725" y="1955766"/>
              <a:ext cx="1717200" cy="416047"/>
              <a:chOff x="9397475" y="332800"/>
              <a:chExt cx="1717200" cy="404400"/>
            </a:xfrm>
          </p:grpSpPr>
          <p:sp>
            <p:nvSpPr>
              <p:cNvPr id="807" name="Google Shape;80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37"/>
            <p:cNvGrpSpPr/>
            <p:nvPr/>
          </p:nvGrpSpPr>
          <p:grpSpPr>
            <a:xfrm>
              <a:off x="7091725" y="2372140"/>
              <a:ext cx="1717200" cy="416047"/>
              <a:chOff x="9397475" y="332800"/>
              <a:chExt cx="1717200" cy="404400"/>
            </a:xfrm>
          </p:grpSpPr>
          <p:sp>
            <p:nvSpPr>
              <p:cNvPr id="812" name="Google Shape;81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37"/>
            <p:cNvGrpSpPr/>
            <p:nvPr/>
          </p:nvGrpSpPr>
          <p:grpSpPr>
            <a:xfrm>
              <a:off x="7091725" y="2788196"/>
              <a:ext cx="1717200" cy="416047"/>
              <a:chOff x="9397475" y="332800"/>
              <a:chExt cx="1717200" cy="404400"/>
            </a:xfrm>
          </p:grpSpPr>
          <p:sp>
            <p:nvSpPr>
              <p:cNvPr id="817" name="Google Shape;81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 name="Google Shape;821;p37"/>
            <p:cNvGrpSpPr/>
            <p:nvPr/>
          </p:nvGrpSpPr>
          <p:grpSpPr>
            <a:xfrm>
              <a:off x="7091725" y="3204252"/>
              <a:ext cx="1717200" cy="416047"/>
              <a:chOff x="9397475" y="332800"/>
              <a:chExt cx="1717200" cy="404400"/>
            </a:xfrm>
          </p:grpSpPr>
          <p:sp>
            <p:nvSpPr>
              <p:cNvPr id="822" name="Google Shape;82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37"/>
            <p:cNvGrpSpPr/>
            <p:nvPr/>
          </p:nvGrpSpPr>
          <p:grpSpPr>
            <a:xfrm>
              <a:off x="7091725" y="3620616"/>
              <a:ext cx="1717200" cy="416047"/>
              <a:chOff x="9397475" y="332800"/>
              <a:chExt cx="1717200" cy="404400"/>
            </a:xfrm>
          </p:grpSpPr>
          <p:sp>
            <p:nvSpPr>
              <p:cNvPr id="827" name="Google Shape;82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7"/>
            <p:cNvGrpSpPr/>
            <p:nvPr/>
          </p:nvGrpSpPr>
          <p:grpSpPr>
            <a:xfrm>
              <a:off x="7091725" y="4036672"/>
              <a:ext cx="1717200" cy="416047"/>
              <a:chOff x="9397475" y="332800"/>
              <a:chExt cx="1717200" cy="404400"/>
            </a:xfrm>
          </p:grpSpPr>
          <p:sp>
            <p:nvSpPr>
              <p:cNvPr id="832" name="Google Shape;83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37"/>
            <p:cNvGrpSpPr/>
            <p:nvPr/>
          </p:nvGrpSpPr>
          <p:grpSpPr>
            <a:xfrm>
              <a:off x="7091725" y="4453037"/>
              <a:ext cx="1717200" cy="416047"/>
              <a:chOff x="9397475" y="332800"/>
              <a:chExt cx="1717200" cy="404400"/>
            </a:xfrm>
          </p:grpSpPr>
          <p:sp>
            <p:nvSpPr>
              <p:cNvPr id="837" name="Google Shape;83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1" name="Google Shape;841;p37"/>
          <p:cNvSpPr/>
          <p:nvPr/>
        </p:nvSpPr>
        <p:spPr>
          <a:xfrm>
            <a:off x="1217675" y="1456250"/>
            <a:ext cx="2160900" cy="946200"/>
          </a:xfrm>
          <a:prstGeom prst="ellipse">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7"/>
          <p:cNvSpPr txBox="1">
            <a:spLocks noGrp="1"/>
          </p:cNvSpPr>
          <p:nvPr>
            <p:ph type="title" idx="2"/>
          </p:nvPr>
        </p:nvSpPr>
        <p:spPr>
          <a:xfrm>
            <a:off x="1391075" y="1628450"/>
            <a:ext cx="1814100" cy="6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843" name="Google Shape;843;p37"/>
          <p:cNvSpPr txBox="1">
            <a:spLocks noGrp="1"/>
          </p:cNvSpPr>
          <p:nvPr>
            <p:ph type="subTitle" idx="1"/>
          </p:nvPr>
        </p:nvSpPr>
        <p:spPr>
          <a:xfrm>
            <a:off x="1027025" y="3465750"/>
            <a:ext cx="3734400" cy="473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What is Page Rank Algorithm ?</a:t>
            </a:r>
            <a:endParaRPr dirty="0"/>
          </a:p>
        </p:txBody>
      </p:sp>
      <p:sp>
        <p:nvSpPr>
          <p:cNvPr id="844" name="Google Shape;844;p37"/>
          <p:cNvSpPr txBox="1">
            <a:spLocks noGrp="1"/>
          </p:cNvSpPr>
          <p:nvPr>
            <p:ph type="title"/>
          </p:nvPr>
        </p:nvSpPr>
        <p:spPr>
          <a:xfrm>
            <a:off x="1027024" y="2513200"/>
            <a:ext cx="4330789"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a:t>
            </a:r>
            <a:endParaRPr dirty="0"/>
          </a:p>
        </p:txBody>
      </p:sp>
      <p:sp>
        <p:nvSpPr>
          <p:cNvPr id="845" name="Google Shape;845;p37"/>
          <p:cNvSpPr/>
          <p:nvPr/>
        </p:nvSpPr>
        <p:spPr>
          <a:xfrm>
            <a:off x="6299182" y="1101482"/>
            <a:ext cx="946200" cy="946200"/>
          </a:xfrm>
          <a:prstGeom prst="star32">
            <a:avLst>
              <a:gd name="adj" fmla="val 29602"/>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6" name="Google Shape;846;p37"/>
          <p:cNvGrpSpPr/>
          <p:nvPr/>
        </p:nvGrpSpPr>
        <p:grpSpPr>
          <a:xfrm>
            <a:off x="5407866" y="2937784"/>
            <a:ext cx="1390947" cy="929576"/>
            <a:chOff x="715100" y="3009200"/>
            <a:chExt cx="2330675" cy="1557600"/>
          </a:xfrm>
        </p:grpSpPr>
        <p:sp>
          <p:nvSpPr>
            <p:cNvPr id="847" name="Google Shape;847;p37"/>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7"/>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9" name="Google Shape;849;p37">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7">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7">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7">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149" name="Google Shape;1149;p42"/>
          <p:cNvSpPr/>
          <p:nvPr/>
        </p:nvSpPr>
        <p:spPr>
          <a:xfrm>
            <a:off x="715100" y="436775"/>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2">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2">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2">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2">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88;p33">
            <a:extLst>
              <a:ext uri="{FF2B5EF4-FFF2-40B4-BE49-F238E27FC236}">
                <a16:creationId xmlns:a16="http://schemas.microsoft.com/office/drawing/2014/main" id="{C8DBE10A-07D8-AB89-E06B-7A5B82BCB41C}"/>
              </a:ext>
            </a:extLst>
          </p:cNvPr>
          <p:cNvSpPr txBox="1">
            <a:spLocks noGrp="1"/>
          </p:cNvSpPr>
          <p:nvPr>
            <p:ph type="subTitle" idx="2"/>
          </p:nvPr>
        </p:nvSpPr>
        <p:spPr>
          <a:xfrm rot="16200000">
            <a:off x="-2405063" y="2378075"/>
            <a:ext cx="5219701" cy="409575"/>
          </a:xfrm>
          <a:prstGeom prst="rect">
            <a:avLst/>
          </a:prstGeom>
        </p:spPr>
        <p:txBody>
          <a:bodyPr spcFirstLastPara="1" wrap="square" lIns="91425" tIns="91425" rIns="91425" bIns="91425" anchor="t" anchorCtr="0">
            <a:noAutofit/>
          </a:bodyPr>
          <a:lstStyle/>
          <a:p>
            <a:pPr marL="0" indent="0">
              <a:spcAft>
                <a:spcPts val="1600"/>
              </a:spcAft>
            </a:pPr>
            <a:r>
              <a:rPr lang="en" dirty="0"/>
              <a:t>Page Rank Algorithm </a:t>
            </a:r>
            <a:r>
              <a:rPr lang="en-IN" dirty="0"/>
              <a:t>Page Rank Algorithm Page Rank Algorithm </a:t>
            </a:r>
          </a:p>
          <a:p>
            <a:pPr marL="0" indent="0">
              <a:spcAft>
                <a:spcPts val="1600"/>
              </a:spcAft>
            </a:pPr>
            <a:endParaRPr lang="en-IN" dirty="0"/>
          </a:p>
          <a:p>
            <a:pPr marL="0" lvl="0" indent="0" algn="ctr" rtl="0">
              <a:spcBef>
                <a:spcPts val="0"/>
              </a:spcBef>
              <a:spcAft>
                <a:spcPts val="1600"/>
              </a:spcAft>
              <a:buNone/>
            </a:pPr>
            <a:endParaRPr dirty="0"/>
          </a:p>
        </p:txBody>
      </p:sp>
      <p:sp>
        <p:nvSpPr>
          <p:cNvPr id="17" name="Google Shape;907;p39">
            <a:extLst>
              <a:ext uri="{FF2B5EF4-FFF2-40B4-BE49-F238E27FC236}">
                <a16:creationId xmlns:a16="http://schemas.microsoft.com/office/drawing/2014/main" id="{6C867635-C829-1CB5-A448-18D840AC9264}"/>
              </a:ext>
            </a:extLst>
          </p:cNvPr>
          <p:cNvSpPr txBox="1">
            <a:spLocks noGrp="1"/>
          </p:cNvSpPr>
          <p:nvPr>
            <p:ph type="title"/>
          </p:nvPr>
        </p:nvSpPr>
        <p:spPr>
          <a:xfrm>
            <a:off x="720000" y="445025"/>
            <a:ext cx="4444931" cy="572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t>Page Rank Algorithm</a:t>
            </a:r>
            <a:endParaRPr dirty="0"/>
          </a:p>
        </p:txBody>
      </p:sp>
      <p:sp>
        <p:nvSpPr>
          <p:cNvPr id="18" name="Google Shape;884;p38">
            <a:extLst>
              <a:ext uri="{FF2B5EF4-FFF2-40B4-BE49-F238E27FC236}">
                <a16:creationId xmlns:a16="http://schemas.microsoft.com/office/drawing/2014/main" id="{D92E5A9D-3620-1F18-9D62-384A57F911C4}"/>
              </a:ext>
            </a:extLst>
          </p:cNvPr>
          <p:cNvSpPr txBox="1"/>
          <p:nvPr/>
        </p:nvSpPr>
        <p:spPr>
          <a:xfrm>
            <a:off x="715100" y="1062661"/>
            <a:ext cx="4444931" cy="3437902"/>
          </a:xfrm>
          <a:prstGeom prst="rect">
            <a:avLst/>
          </a:prstGeom>
          <a:noFill/>
          <a:ln>
            <a:noFill/>
          </a:ln>
        </p:spPr>
        <p:txBody>
          <a:bodyPr spcFirstLastPara="1" wrap="square" lIns="91425" tIns="91425" rIns="91425" bIns="91425" anchor="t" anchorCtr="0">
            <a:noAutofit/>
          </a:bodyPr>
          <a:lstStyle/>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The PageRank algorithm outputs a probability distribution used to represent the likelihood that a person randomly clicking on links will arrive at any particular page. PageRank can be calculated for collections of documents of any size.</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The basis of the Google search engine is the Page Rank algorithm. It was created in 1996 while Larry Page and Sergey Brin were doctoral candidates at Stanford University. </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To rank websites in the search results and identify their relevance and importance, the algorithm employs a complex mathematical formula.</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The Page Rank algorithm is an essential component of the Google search engine, providing users with accurate and relevant search results</a:t>
            </a:r>
            <a:endParaRPr dirty="0">
              <a:solidFill>
                <a:schemeClr val="accent2"/>
              </a:solidFill>
              <a:latin typeface="Jost"/>
              <a:ea typeface="Jost"/>
              <a:cs typeface="Jost"/>
              <a:sym typeface="Jost"/>
            </a:endParaRPr>
          </a:p>
        </p:txBody>
      </p:sp>
      <p:pic>
        <p:nvPicPr>
          <p:cNvPr id="19" name="Picture 18">
            <a:extLst>
              <a:ext uri="{FF2B5EF4-FFF2-40B4-BE49-F238E27FC236}">
                <a16:creationId xmlns:a16="http://schemas.microsoft.com/office/drawing/2014/main" id="{070D3905-9768-EF18-4EF3-CCE3F1F34036}"/>
              </a:ext>
            </a:extLst>
          </p:cNvPr>
          <p:cNvPicPr>
            <a:picLocks noChangeAspect="1"/>
          </p:cNvPicPr>
          <p:nvPr/>
        </p:nvPicPr>
        <p:blipFill>
          <a:blip r:embed="rId3"/>
          <a:stretch>
            <a:fillRect/>
          </a:stretch>
        </p:blipFill>
        <p:spPr>
          <a:xfrm>
            <a:off x="5317861" y="1635701"/>
            <a:ext cx="3232762" cy="1872098"/>
          </a:xfrm>
          <a:prstGeom prst="rect">
            <a:avLst/>
          </a:prstGeom>
        </p:spPr>
      </p:pic>
    </p:spTree>
    <p:extLst>
      <p:ext uri="{BB962C8B-B14F-4D97-AF65-F5344CB8AC3E}">
        <p14:creationId xmlns:p14="http://schemas.microsoft.com/office/powerpoint/2010/main" val="100574634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6"/>
        <p:cNvGrpSpPr/>
        <p:nvPr/>
      </p:nvGrpSpPr>
      <p:grpSpPr>
        <a:xfrm>
          <a:off x="0" y="0"/>
          <a:ext cx="0" cy="0"/>
          <a:chOff x="0" y="0"/>
          <a:chExt cx="0" cy="0"/>
        </a:xfrm>
      </p:grpSpPr>
      <p:grpSp>
        <p:nvGrpSpPr>
          <p:cNvPr id="1657" name="Google Shape;1657;p52"/>
          <p:cNvGrpSpPr/>
          <p:nvPr/>
        </p:nvGrpSpPr>
        <p:grpSpPr>
          <a:xfrm>
            <a:off x="-301991" y="3842708"/>
            <a:ext cx="1341465" cy="1381659"/>
            <a:chOff x="715101" y="1904704"/>
            <a:chExt cx="1667245" cy="1717200"/>
          </a:xfrm>
        </p:grpSpPr>
        <p:grpSp>
          <p:nvGrpSpPr>
            <p:cNvPr id="1658" name="Google Shape;1658;p52"/>
            <p:cNvGrpSpPr/>
            <p:nvPr/>
          </p:nvGrpSpPr>
          <p:grpSpPr>
            <a:xfrm>
              <a:off x="715101" y="1904704"/>
              <a:ext cx="833620" cy="1717200"/>
              <a:chOff x="715101" y="1904704"/>
              <a:chExt cx="833620" cy="1717200"/>
            </a:xfrm>
          </p:grpSpPr>
          <p:grpSp>
            <p:nvGrpSpPr>
              <p:cNvPr id="1659" name="Google Shape;1659;p52"/>
              <p:cNvGrpSpPr/>
              <p:nvPr/>
            </p:nvGrpSpPr>
            <p:grpSpPr>
              <a:xfrm rot="-5400000">
                <a:off x="64908" y="2554897"/>
                <a:ext cx="1717200" cy="416815"/>
                <a:chOff x="9397475" y="332800"/>
                <a:chExt cx="1717200" cy="404400"/>
              </a:xfrm>
            </p:grpSpPr>
            <p:sp>
              <p:nvSpPr>
                <p:cNvPr id="1660" name="Google Shape;1660;p52"/>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2"/>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2"/>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2"/>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4" name="Google Shape;1664;p52"/>
              <p:cNvGrpSpPr/>
              <p:nvPr/>
            </p:nvGrpSpPr>
            <p:grpSpPr>
              <a:xfrm rot="-5400000">
                <a:off x="481713" y="2554897"/>
                <a:ext cx="1717200" cy="416815"/>
                <a:chOff x="9397475" y="332800"/>
                <a:chExt cx="1717200" cy="404400"/>
              </a:xfrm>
            </p:grpSpPr>
            <p:sp>
              <p:nvSpPr>
                <p:cNvPr id="1665" name="Google Shape;1665;p52"/>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2"/>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2"/>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2"/>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69" name="Google Shape;1669;p52"/>
            <p:cNvGrpSpPr/>
            <p:nvPr/>
          </p:nvGrpSpPr>
          <p:grpSpPr>
            <a:xfrm>
              <a:off x="1548726" y="1904704"/>
              <a:ext cx="833620" cy="1717200"/>
              <a:chOff x="715101" y="1904704"/>
              <a:chExt cx="833620" cy="1717200"/>
            </a:xfrm>
          </p:grpSpPr>
          <p:grpSp>
            <p:nvGrpSpPr>
              <p:cNvPr id="1670" name="Google Shape;1670;p52"/>
              <p:cNvGrpSpPr/>
              <p:nvPr/>
            </p:nvGrpSpPr>
            <p:grpSpPr>
              <a:xfrm rot="-5400000">
                <a:off x="64908" y="2554897"/>
                <a:ext cx="1717200" cy="416815"/>
                <a:chOff x="9397475" y="332800"/>
                <a:chExt cx="1717200" cy="404400"/>
              </a:xfrm>
            </p:grpSpPr>
            <p:sp>
              <p:nvSpPr>
                <p:cNvPr id="1671" name="Google Shape;1671;p52"/>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2"/>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2"/>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2"/>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5" name="Google Shape;1675;p52"/>
              <p:cNvGrpSpPr/>
              <p:nvPr/>
            </p:nvGrpSpPr>
            <p:grpSpPr>
              <a:xfrm rot="-5400000">
                <a:off x="481713" y="2554897"/>
                <a:ext cx="1717200" cy="416815"/>
                <a:chOff x="9397475" y="332800"/>
                <a:chExt cx="1717200" cy="404400"/>
              </a:xfrm>
            </p:grpSpPr>
            <p:sp>
              <p:nvSpPr>
                <p:cNvPr id="1676" name="Google Shape;1676;p52"/>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2"/>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2"/>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2"/>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685" name="Google Shape;1685;p52"/>
          <p:cNvGrpSpPr/>
          <p:nvPr/>
        </p:nvGrpSpPr>
        <p:grpSpPr>
          <a:xfrm>
            <a:off x="7417727" y="293989"/>
            <a:ext cx="1390947" cy="929576"/>
            <a:chOff x="715100" y="3009200"/>
            <a:chExt cx="2330675" cy="1557600"/>
          </a:xfrm>
        </p:grpSpPr>
        <p:sp>
          <p:nvSpPr>
            <p:cNvPr id="1686" name="Google Shape;1686;p52"/>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52"/>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8" name="Google Shape;1688;p52"/>
          <p:cNvSpPr/>
          <p:nvPr/>
        </p:nvSpPr>
        <p:spPr>
          <a:xfrm>
            <a:off x="8808674" y="4150432"/>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2">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2">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2">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2">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07;p39">
            <a:extLst>
              <a:ext uri="{FF2B5EF4-FFF2-40B4-BE49-F238E27FC236}">
                <a16:creationId xmlns:a16="http://schemas.microsoft.com/office/drawing/2014/main" id="{CE3139B0-F373-2BB8-E9FD-FACAC6E94DBE}"/>
              </a:ext>
            </a:extLst>
          </p:cNvPr>
          <p:cNvSpPr txBox="1">
            <a:spLocks noGrp="1"/>
          </p:cNvSpPr>
          <p:nvPr>
            <p:ph type="title"/>
          </p:nvPr>
        </p:nvSpPr>
        <p:spPr>
          <a:xfrm>
            <a:off x="720000" y="445025"/>
            <a:ext cx="5273606" cy="572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Page Rank Algorithm</a:t>
            </a:r>
            <a:endParaRPr sz="3000" dirty="0"/>
          </a:p>
        </p:txBody>
      </p:sp>
      <p:pic>
        <p:nvPicPr>
          <p:cNvPr id="14" name="Picture 13">
            <a:extLst>
              <a:ext uri="{FF2B5EF4-FFF2-40B4-BE49-F238E27FC236}">
                <a16:creationId xmlns:a16="http://schemas.microsoft.com/office/drawing/2014/main" id="{FA029EB4-DD0A-87FB-20A8-7DE3727F3E90}"/>
              </a:ext>
            </a:extLst>
          </p:cNvPr>
          <p:cNvPicPr>
            <a:picLocks noChangeAspect="1"/>
          </p:cNvPicPr>
          <p:nvPr/>
        </p:nvPicPr>
        <p:blipFill>
          <a:blip r:embed="rId3"/>
          <a:stretch>
            <a:fillRect/>
          </a:stretch>
        </p:blipFill>
        <p:spPr>
          <a:xfrm>
            <a:off x="2842498" y="1053189"/>
            <a:ext cx="3459004" cy="2789519"/>
          </a:xfrm>
          <a:prstGeom prst="rect">
            <a:avLst/>
          </a:prstGeom>
        </p:spPr>
      </p:pic>
      <p:sp>
        <p:nvSpPr>
          <p:cNvPr id="15" name="Google Shape;884;p38">
            <a:extLst>
              <a:ext uri="{FF2B5EF4-FFF2-40B4-BE49-F238E27FC236}">
                <a16:creationId xmlns:a16="http://schemas.microsoft.com/office/drawing/2014/main" id="{7CDA0139-7351-EE09-E509-9B63D8C82AE5}"/>
              </a:ext>
            </a:extLst>
          </p:cNvPr>
          <p:cNvSpPr txBox="1"/>
          <p:nvPr/>
        </p:nvSpPr>
        <p:spPr>
          <a:xfrm>
            <a:off x="1139775" y="3882849"/>
            <a:ext cx="7392483" cy="725683"/>
          </a:xfrm>
          <a:prstGeom prst="rect">
            <a:avLst/>
          </a:prstGeom>
          <a:noFill/>
          <a:ln>
            <a:noFill/>
          </a:ln>
        </p:spPr>
        <p:txBody>
          <a:bodyPr spcFirstLastPara="1" wrap="square" lIns="91425" tIns="91425" rIns="91425" bIns="91425" anchor="t" anchorCtr="0">
            <a:noAutofit/>
          </a:bodyPr>
          <a:lstStyle/>
          <a:p>
            <a:pPr lvl="0" algn="just" rtl="0">
              <a:spcBef>
                <a:spcPts val="0"/>
              </a:spcBef>
              <a:spcAft>
                <a:spcPts val="0"/>
              </a:spcAft>
              <a:buClr>
                <a:schemeClr val="tx1"/>
              </a:buClr>
            </a:pPr>
            <a:r>
              <a:rPr lang="en-US" dirty="0">
                <a:solidFill>
                  <a:schemeClr val="accent2"/>
                </a:solidFill>
                <a:latin typeface="Jost"/>
                <a:ea typeface="Jost"/>
                <a:cs typeface="Jost"/>
                <a:sym typeface="Jost"/>
              </a:rPr>
              <a:t>The algorithm's impact on the field of search engine optimization has also been significant, with website owners working to improve their website's Page Rank score to rank higher in the search results.</a:t>
            </a:r>
            <a:endParaRPr dirty="0">
              <a:solidFill>
                <a:schemeClr val="accent2"/>
              </a:solidFill>
              <a:latin typeface="Jost"/>
              <a:ea typeface="Jost"/>
              <a:cs typeface="Jost"/>
              <a:sym typeface="Jost"/>
            </a:endParaRPr>
          </a:p>
        </p:txBody>
      </p:sp>
    </p:spTree>
    <p:extLst>
      <p:ext uri="{BB962C8B-B14F-4D97-AF65-F5344CB8AC3E}">
        <p14:creationId xmlns:p14="http://schemas.microsoft.com/office/powerpoint/2010/main" val="127772892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grpSp>
        <p:nvGrpSpPr>
          <p:cNvPr id="785" name="Google Shape;785;p37"/>
          <p:cNvGrpSpPr/>
          <p:nvPr/>
        </p:nvGrpSpPr>
        <p:grpSpPr>
          <a:xfrm>
            <a:off x="6711800" y="535002"/>
            <a:ext cx="1717200" cy="4481412"/>
            <a:chOff x="7091725" y="291542"/>
            <a:chExt cx="1717200" cy="4577541"/>
          </a:xfrm>
        </p:grpSpPr>
        <p:grpSp>
          <p:nvGrpSpPr>
            <p:cNvPr id="786" name="Google Shape;786;p37"/>
            <p:cNvGrpSpPr/>
            <p:nvPr/>
          </p:nvGrpSpPr>
          <p:grpSpPr>
            <a:xfrm>
              <a:off x="7091725" y="291542"/>
              <a:ext cx="1717200" cy="416047"/>
              <a:chOff x="9397475" y="332800"/>
              <a:chExt cx="1717200" cy="404400"/>
            </a:xfrm>
          </p:grpSpPr>
          <p:sp>
            <p:nvSpPr>
              <p:cNvPr id="787" name="Google Shape;78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 name="Google Shape;791;p37"/>
            <p:cNvGrpSpPr/>
            <p:nvPr/>
          </p:nvGrpSpPr>
          <p:grpSpPr>
            <a:xfrm>
              <a:off x="7091725" y="707598"/>
              <a:ext cx="1717200" cy="416047"/>
              <a:chOff x="9397475" y="332800"/>
              <a:chExt cx="1717200" cy="404400"/>
            </a:xfrm>
          </p:grpSpPr>
          <p:sp>
            <p:nvSpPr>
              <p:cNvPr id="792" name="Google Shape;79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 name="Google Shape;796;p37"/>
            <p:cNvGrpSpPr/>
            <p:nvPr/>
          </p:nvGrpSpPr>
          <p:grpSpPr>
            <a:xfrm>
              <a:off x="7091725" y="1123654"/>
              <a:ext cx="1717200" cy="416047"/>
              <a:chOff x="9397475" y="332800"/>
              <a:chExt cx="1717200" cy="404400"/>
            </a:xfrm>
          </p:grpSpPr>
          <p:sp>
            <p:nvSpPr>
              <p:cNvPr id="797" name="Google Shape;79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 name="Google Shape;801;p37"/>
            <p:cNvGrpSpPr/>
            <p:nvPr/>
          </p:nvGrpSpPr>
          <p:grpSpPr>
            <a:xfrm>
              <a:off x="7091725" y="1539710"/>
              <a:ext cx="1717200" cy="416047"/>
              <a:chOff x="9397475" y="332800"/>
              <a:chExt cx="1717200" cy="404400"/>
            </a:xfrm>
          </p:grpSpPr>
          <p:sp>
            <p:nvSpPr>
              <p:cNvPr id="802" name="Google Shape;80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 name="Google Shape;806;p37"/>
            <p:cNvGrpSpPr/>
            <p:nvPr/>
          </p:nvGrpSpPr>
          <p:grpSpPr>
            <a:xfrm>
              <a:off x="7091725" y="1955766"/>
              <a:ext cx="1717200" cy="416047"/>
              <a:chOff x="9397475" y="332800"/>
              <a:chExt cx="1717200" cy="404400"/>
            </a:xfrm>
          </p:grpSpPr>
          <p:sp>
            <p:nvSpPr>
              <p:cNvPr id="807" name="Google Shape;80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37"/>
            <p:cNvGrpSpPr/>
            <p:nvPr/>
          </p:nvGrpSpPr>
          <p:grpSpPr>
            <a:xfrm>
              <a:off x="7091725" y="2372140"/>
              <a:ext cx="1717200" cy="416047"/>
              <a:chOff x="9397475" y="332800"/>
              <a:chExt cx="1717200" cy="404400"/>
            </a:xfrm>
          </p:grpSpPr>
          <p:sp>
            <p:nvSpPr>
              <p:cNvPr id="812" name="Google Shape;81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37"/>
            <p:cNvGrpSpPr/>
            <p:nvPr/>
          </p:nvGrpSpPr>
          <p:grpSpPr>
            <a:xfrm>
              <a:off x="7091725" y="2788196"/>
              <a:ext cx="1717200" cy="416047"/>
              <a:chOff x="9397475" y="332800"/>
              <a:chExt cx="1717200" cy="404400"/>
            </a:xfrm>
          </p:grpSpPr>
          <p:sp>
            <p:nvSpPr>
              <p:cNvPr id="817" name="Google Shape;81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 name="Google Shape;821;p37"/>
            <p:cNvGrpSpPr/>
            <p:nvPr/>
          </p:nvGrpSpPr>
          <p:grpSpPr>
            <a:xfrm>
              <a:off x="7091725" y="3204252"/>
              <a:ext cx="1717200" cy="416047"/>
              <a:chOff x="9397475" y="332800"/>
              <a:chExt cx="1717200" cy="404400"/>
            </a:xfrm>
          </p:grpSpPr>
          <p:sp>
            <p:nvSpPr>
              <p:cNvPr id="822" name="Google Shape;82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37"/>
            <p:cNvGrpSpPr/>
            <p:nvPr/>
          </p:nvGrpSpPr>
          <p:grpSpPr>
            <a:xfrm>
              <a:off x="7091725" y="3620616"/>
              <a:ext cx="1717200" cy="416047"/>
              <a:chOff x="9397475" y="332800"/>
              <a:chExt cx="1717200" cy="404400"/>
            </a:xfrm>
          </p:grpSpPr>
          <p:sp>
            <p:nvSpPr>
              <p:cNvPr id="827" name="Google Shape;82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7"/>
            <p:cNvGrpSpPr/>
            <p:nvPr/>
          </p:nvGrpSpPr>
          <p:grpSpPr>
            <a:xfrm>
              <a:off x="7091725" y="4036672"/>
              <a:ext cx="1717200" cy="416047"/>
              <a:chOff x="9397475" y="332800"/>
              <a:chExt cx="1717200" cy="404400"/>
            </a:xfrm>
          </p:grpSpPr>
          <p:sp>
            <p:nvSpPr>
              <p:cNvPr id="832" name="Google Shape;83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37"/>
            <p:cNvGrpSpPr/>
            <p:nvPr/>
          </p:nvGrpSpPr>
          <p:grpSpPr>
            <a:xfrm>
              <a:off x="7091725" y="4453037"/>
              <a:ext cx="1717200" cy="416047"/>
              <a:chOff x="9397475" y="332800"/>
              <a:chExt cx="1717200" cy="404400"/>
            </a:xfrm>
          </p:grpSpPr>
          <p:sp>
            <p:nvSpPr>
              <p:cNvPr id="837" name="Google Shape;83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1" name="Google Shape;841;p37"/>
          <p:cNvSpPr/>
          <p:nvPr/>
        </p:nvSpPr>
        <p:spPr>
          <a:xfrm>
            <a:off x="1217675" y="1456250"/>
            <a:ext cx="2160900" cy="946200"/>
          </a:xfrm>
          <a:prstGeom prst="ellipse">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7"/>
          <p:cNvSpPr txBox="1">
            <a:spLocks noGrp="1"/>
          </p:cNvSpPr>
          <p:nvPr>
            <p:ph type="title" idx="2"/>
          </p:nvPr>
        </p:nvSpPr>
        <p:spPr>
          <a:xfrm>
            <a:off x="1391075" y="1628450"/>
            <a:ext cx="1814100" cy="6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843" name="Google Shape;843;p37"/>
          <p:cNvSpPr txBox="1">
            <a:spLocks noGrp="1"/>
          </p:cNvSpPr>
          <p:nvPr>
            <p:ph type="subTitle" idx="1"/>
          </p:nvPr>
        </p:nvSpPr>
        <p:spPr>
          <a:xfrm>
            <a:off x="1027025" y="3465750"/>
            <a:ext cx="3734400" cy="473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Methodology of Finding the Rank</a:t>
            </a:r>
            <a:endParaRPr dirty="0"/>
          </a:p>
        </p:txBody>
      </p:sp>
      <p:sp>
        <p:nvSpPr>
          <p:cNvPr id="844" name="Google Shape;844;p37"/>
          <p:cNvSpPr txBox="1">
            <a:spLocks noGrp="1"/>
          </p:cNvSpPr>
          <p:nvPr>
            <p:ph type="title"/>
          </p:nvPr>
        </p:nvSpPr>
        <p:spPr>
          <a:xfrm>
            <a:off x="1027024" y="2513200"/>
            <a:ext cx="4621936"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Methodology</a:t>
            </a:r>
            <a:endParaRPr dirty="0"/>
          </a:p>
        </p:txBody>
      </p:sp>
      <p:sp>
        <p:nvSpPr>
          <p:cNvPr id="845" name="Google Shape;845;p37"/>
          <p:cNvSpPr/>
          <p:nvPr/>
        </p:nvSpPr>
        <p:spPr>
          <a:xfrm>
            <a:off x="6299182" y="1101482"/>
            <a:ext cx="946200" cy="946200"/>
          </a:xfrm>
          <a:prstGeom prst="star32">
            <a:avLst>
              <a:gd name="adj" fmla="val 29602"/>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6" name="Google Shape;846;p37"/>
          <p:cNvGrpSpPr/>
          <p:nvPr/>
        </p:nvGrpSpPr>
        <p:grpSpPr>
          <a:xfrm>
            <a:off x="5407866" y="2937784"/>
            <a:ext cx="1390947" cy="929576"/>
            <a:chOff x="715100" y="3009200"/>
            <a:chExt cx="2330675" cy="1557600"/>
          </a:xfrm>
        </p:grpSpPr>
        <p:sp>
          <p:nvSpPr>
            <p:cNvPr id="847" name="Google Shape;847;p37"/>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7"/>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9" name="Google Shape;849;p37">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7">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7">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7">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580373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grpSp>
        <p:nvGrpSpPr>
          <p:cNvPr id="927" name="Google Shape;927;p39"/>
          <p:cNvGrpSpPr/>
          <p:nvPr/>
        </p:nvGrpSpPr>
        <p:grpSpPr>
          <a:xfrm>
            <a:off x="3876525" y="4070802"/>
            <a:ext cx="1390947" cy="929576"/>
            <a:chOff x="715100" y="3009200"/>
            <a:chExt cx="2330675" cy="1557600"/>
          </a:xfrm>
        </p:grpSpPr>
        <p:sp>
          <p:nvSpPr>
            <p:cNvPr id="928" name="Google Shape;928;p39"/>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9"/>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0" name="Google Shape;930;p39"/>
          <p:cNvSpPr/>
          <p:nvPr/>
        </p:nvSpPr>
        <p:spPr>
          <a:xfrm>
            <a:off x="8550623" y="502325"/>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907;p39">
            <a:extLst>
              <a:ext uri="{FF2B5EF4-FFF2-40B4-BE49-F238E27FC236}">
                <a16:creationId xmlns:a16="http://schemas.microsoft.com/office/drawing/2014/main" id="{C4A9C434-A310-7EDA-FB2C-B26B0B29B749}"/>
              </a:ext>
            </a:extLst>
          </p:cNvPr>
          <p:cNvSpPr txBox="1">
            <a:spLocks/>
          </p:cNvSpPr>
          <p:nvPr/>
        </p:nvSpPr>
        <p:spPr>
          <a:xfrm>
            <a:off x="720000" y="445025"/>
            <a:ext cx="733688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700"/>
              <a:buFont typeface="Poppins SemiBold"/>
              <a:buNone/>
              <a:defRPr sz="37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N" sz="3000" dirty="0"/>
              <a:t>Page Rank Algorithm - Methodology</a:t>
            </a:r>
          </a:p>
        </p:txBody>
      </p:sp>
      <p:sp>
        <p:nvSpPr>
          <p:cNvPr id="5" name="Google Shape;884;p38">
            <a:extLst>
              <a:ext uri="{FF2B5EF4-FFF2-40B4-BE49-F238E27FC236}">
                <a16:creationId xmlns:a16="http://schemas.microsoft.com/office/drawing/2014/main" id="{BD72406B-0A2E-9298-FB6B-F8DB667FC0F6}"/>
              </a:ext>
            </a:extLst>
          </p:cNvPr>
          <p:cNvSpPr txBox="1"/>
          <p:nvPr/>
        </p:nvSpPr>
        <p:spPr>
          <a:xfrm>
            <a:off x="763889" y="1359900"/>
            <a:ext cx="4377072" cy="2917460"/>
          </a:xfrm>
          <a:prstGeom prst="rect">
            <a:avLst/>
          </a:prstGeom>
          <a:noFill/>
          <a:ln>
            <a:noFill/>
          </a:ln>
        </p:spPr>
        <p:txBody>
          <a:bodyPr spcFirstLastPara="1" wrap="square" lIns="91425" tIns="91425" rIns="91425" bIns="91425" anchor="t" anchorCtr="0">
            <a:noAutofit/>
          </a:bodyPr>
          <a:lstStyle/>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The PageRank algorithm uses a recursive formula to calculate the importance of each web page. </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The basic idea is that a web page is important if many other web pages link to it, and the importance of these linking pages is also taken into account. </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The algorithm works by assigning a score of 1 to each page and then repeatedly updating the scores based on the links between pages. </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The process continues until the scores no longer change, at which point a final score is assigned to each page</a:t>
            </a:r>
            <a:endParaRPr dirty="0">
              <a:solidFill>
                <a:schemeClr val="accent2"/>
              </a:solidFill>
              <a:latin typeface="Jost"/>
              <a:ea typeface="Jost"/>
              <a:cs typeface="Jost"/>
              <a:sym typeface="Jost"/>
            </a:endParaRPr>
          </a:p>
        </p:txBody>
      </p:sp>
      <p:pic>
        <p:nvPicPr>
          <p:cNvPr id="1026" name="Picture 2" descr="Dynamic PageRank on Streaming Data">
            <a:extLst>
              <a:ext uri="{FF2B5EF4-FFF2-40B4-BE49-F238E27FC236}">
                <a16:creationId xmlns:a16="http://schemas.microsoft.com/office/drawing/2014/main" id="{2134F63B-EAA5-8B9F-C886-5AC8429F62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6255" y="1721840"/>
            <a:ext cx="3399640" cy="1699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579408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grpSp>
        <p:nvGrpSpPr>
          <p:cNvPr id="857" name="Google Shape;857;p38"/>
          <p:cNvGrpSpPr/>
          <p:nvPr/>
        </p:nvGrpSpPr>
        <p:grpSpPr>
          <a:xfrm>
            <a:off x="6300636" y="4155857"/>
            <a:ext cx="1475345" cy="1442620"/>
            <a:chOff x="715101" y="1904704"/>
            <a:chExt cx="1667245" cy="1717200"/>
          </a:xfrm>
        </p:grpSpPr>
        <p:grpSp>
          <p:nvGrpSpPr>
            <p:cNvPr id="858" name="Google Shape;858;p38"/>
            <p:cNvGrpSpPr/>
            <p:nvPr/>
          </p:nvGrpSpPr>
          <p:grpSpPr>
            <a:xfrm>
              <a:off x="715101" y="1904704"/>
              <a:ext cx="833620" cy="1717200"/>
              <a:chOff x="715101" y="1904704"/>
              <a:chExt cx="833620" cy="1717200"/>
            </a:xfrm>
          </p:grpSpPr>
          <p:grpSp>
            <p:nvGrpSpPr>
              <p:cNvPr id="859" name="Google Shape;859;p38"/>
              <p:cNvGrpSpPr/>
              <p:nvPr/>
            </p:nvGrpSpPr>
            <p:grpSpPr>
              <a:xfrm rot="-5400000">
                <a:off x="64908" y="2554897"/>
                <a:ext cx="1717200" cy="416815"/>
                <a:chOff x="9397475" y="332800"/>
                <a:chExt cx="1717200" cy="404400"/>
              </a:xfrm>
            </p:grpSpPr>
            <p:sp>
              <p:nvSpPr>
                <p:cNvPr id="860" name="Google Shape;860;p38"/>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8"/>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8"/>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8"/>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4" name="Google Shape;864;p38"/>
              <p:cNvGrpSpPr/>
              <p:nvPr/>
            </p:nvGrpSpPr>
            <p:grpSpPr>
              <a:xfrm rot="-5400000">
                <a:off x="481713" y="2554897"/>
                <a:ext cx="1717200" cy="416815"/>
                <a:chOff x="9397475" y="332800"/>
                <a:chExt cx="1717200" cy="404400"/>
              </a:xfrm>
            </p:grpSpPr>
            <p:sp>
              <p:nvSpPr>
                <p:cNvPr id="865" name="Google Shape;865;p38"/>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8"/>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8"/>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8"/>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69" name="Google Shape;869;p38"/>
            <p:cNvGrpSpPr/>
            <p:nvPr/>
          </p:nvGrpSpPr>
          <p:grpSpPr>
            <a:xfrm>
              <a:off x="1548726" y="1904704"/>
              <a:ext cx="833620" cy="1717200"/>
              <a:chOff x="715101" y="1904704"/>
              <a:chExt cx="833620" cy="1717200"/>
            </a:xfrm>
          </p:grpSpPr>
          <p:grpSp>
            <p:nvGrpSpPr>
              <p:cNvPr id="870" name="Google Shape;870;p38"/>
              <p:cNvGrpSpPr/>
              <p:nvPr/>
            </p:nvGrpSpPr>
            <p:grpSpPr>
              <a:xfrm rot="-5400000">
                <a:off x="64908" y="2554897"/>
                <a:ext cx="1717200" cy="416815"/>
                <a:chOff x="9397475" y="332800"/>
                <a:chExt cx="1717200" cy="404400"/>
              </a:xfrm>
            </p:grpSpPr>
            <p:sp>
              <p:nvSpPr>
                <p:cNvPr id="871" name="Google Shape;871;p38"/>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8"/>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8"/>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8"/>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38"/>
              <p:cNvGrpSpPr/>
              <p:nvPr/>
            </p:nvGrpSpPr>
            <p:grpSpPr>
              <a:xfrm rot="-5400000">
                <a:off x="481713" y="2554897"/>
                <a:ext cx="1717200" cy="416815"/>
                <a:chOff x="9397475" y="332800"/>
                <a:chExt cx="1717200" cy="404400"/>
              </a:xfrm>
            </p:grpSpPr>
            <p:sp>
              <p:nvSpPr>
                <p:cNvPr id="876" name="Google Shape;876;p38"/>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8"/>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8"/>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8"/>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99" name="Google Shape;899;p38">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8">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8">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8">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907;p39">
            <a:extLst>
              <a:ext uri="{FF2B5EF4-FFF2-40B4-BE49-F238E27FC236}">
                <a16:creationId xmlns:a16="http://schemas.microsoft.com/office/drawing/2014/main" id="{26DAF81A-35E8-6FFC-C03B-DE27816AE119}"/>
              </a:ext>
            </a:extLst>
          </p:cNvPr>
          <p:cNvSpPr txBox="1">
            <a:spLocks/>
          </p:cNvSpPr>
          <p:nvPr/>
        </p:nvSpPr>
        <p:spPr>
          <a:xfrm>
            <a:off x="720000" y="445025"/>
            <a:ext cx="527360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700"/>
              <a:buFont typeface="Poppins SemiBold"/>
              <a:buNone/>
              <a:defRPr sz="37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N" sz="3000" dirty="0"/>
              <a:t>Page Rank Algorithm</a:t>
            </a:r>
          </a:p>
        </p:txBody>
      </p:sp>
      <mc:AlternateContent xmlns:mc="http://schemas.openxmlformats.org/markup-compatibility/2006">
        <mc:Choice xmlns:a14="http://schemas.microsoft.com/office/drawing/2010/main" Requires="a14">
          <p:sp>
            <p:nvSpPr>
              <p:cNvPr id="5" name="Google Shape;884;p38">
                <a:extLst>
                  <a:ext uri="{FF2B5EF4-FFF2-40B4-BE49-F238E27FC236}">
                    <a16:creationId xmlns:a16="http://schemas.microsoft.com/office/drawing/2014/main" id="{78A23686-7A39-A3BE-BE50-394485A254E6}"/>
                  </a:ext>
                </a:extLst>
              </p:cNvPr>
              <p:cNvSpPr txBox="1"/>
              <p:nvPr/>
            </p:nvSpPr>
            <p:spPr>
              <a:xfrm>
                <a:off x="2168869" y="1402140"/>
                <a:ext cx="4414811" cy="673787"/>
              </a:xfrm>
              <a:prstGeom prst="rect">
                <a:avLst/>
              </a:prstGeom>
              <a:noFill/>
              <a:ln>
                <a:solidFill>
                  <a:schemeClr val="accent2"/>
                </a:solidFill>
              </a:ln>
            </p:spPr>
            <p:txBody>
              <a:bodyPr spcFirstLastPara="1" wrap="square" lIns="91425" tIns="91425" rIns="91425" bIns="91425" anchor="t" anchorCtr="0">
                <a:noAutofit/>
              </a:bodyPr>
              <a:lstStyle/>
              <a:p>
                <a:pPr lvl="0" algn="just">
                  <a:buClr>
                    <a:schemeClr val="tx1"/>
                  </a:buClr>
                </a:pPr>
                <a:r>
                  <a:rPr lang="en-US" sz="1800" dirty="0">
                    <a:solidFill>
                      <a:schemeClr val="accent2"/>
                    </a:solidFill>
                    <a:latin typeface="Jost"/>
                    <a:ea typeface="Jost"/>
                    <a:cs typeface="Jost"/>
                    <a:sym typeface="Jost"/>
                  </a:rPr>
                  <a:t>PR(A) = (1-d) + d*(</a:t>
                </a:r>
                <a14:m>
                  <m:oMath xmlns:m="http://schemas.openxmlformats.org/officeDocument/2006/math">
                    <m:f>
                      <m:fPr>
                        <m:ctrlPr>
                          <a:rPr lang="ar-AE" sz="1800" i="1" smtClean="0">
                            <a:solidFill>
                              <a:schemeClr val="accent2"/>
                            </a:solidFill>
                            <a:latin typeface="Cambria Math" panose="02040503050406030204" pitchFamily="18" charset="0"/>
                            <a:ea typeface="Jost"/>
                            <a:sym typeface="Jost"/>
                          </a:rPr>
                        </m:ctrlPr>
                      </m:fPr>
                      <m:num>
                        <m:r>
                          <a:rPr lang="ar-AE" sz="1800" b="0" i="1" smtClean="0">
                            <a:solidFill>
                              <a:schemeClr val="accent2"/>
                            </a:solidFill>
                            <a:latin typeface="Cambria Math" panose="02040503050406030204" pitchFamily="18" charset="0"/>
                            <a:ea typeface="Jost"/>
                            <a:sym typeface="Jost"/>
                          </a:rPr>
                          <m:t>𝑃𝑅</m:t>
                        </m:r>
                        <m:r>
                          <a:rPr lang="ar-AE" sz="1800" b="0" i="1" smtClean="0">
                            <a:solidFill>
                              <a:schemeClr val="accent2"/>
                            </a:solidFill>
                            <a:latin typeface="Cambria Math" panose="02040503050406030204" pitchFamily="18" charset="0"/>
                            <a:ea typeface="Jost"/>
                            <a:sym typeface="Jost"/>
                          </a:rPr>
                          <m:t>(</m:t>
                        </m:r>
                        <m:r>
                          <a:rPr lang="ar-AE" sz="1800" b="0" i="1" smtClean="0">
                            <a:solidFill>
                              <a:schemeClr val="accent2"/>
                            </a:solidFill>
                            <a:latin typeface="Cambria Math" panose="02040503050406030204" pitchFamily="18" charset="0"/>
                            <a:ea typeface="Jost"/>
                            <a:sym typeface="Jost"/>
                          </a:rPr>
                          <m:t>𝑇</m:t>
                        </m:r>
                        <m:r>
                          <a:rPr lang="ar-AE" sz="1800" b="0" i="1" smtClean="0">
                            <a:solidFill>
                              <a:schemeClr val="accent2"/>
                            </a:solidFill>
                            <a:latin typeface="Cambria Math" panose="02040503050406030204" pitchFamily="18" charset="0"/>
                            <a:ea typeface="Jost"/>
                            <a:sym typeface="Jost"/>
                          </a:rPr>
                          <m:t>1</m:t>
                        </m:r>
                        <m:r>
                          <a:rPr lang="ar-AE" sz="1800" b="0" i="1" smtClean="0">
                            <a:solidFill>
                              <a:schemeClr val="accent2"/>
                            </a:solidFill>
                            <a:latin typeface="Cambria Math" panose="02040503050406030204" pitchFamily="18" charset="0"/>
                            <a:ea typeface="Jost"/>
                            <a:sym typeface="Jost"/>
                          </a:rPr>
                          <m:t>)</m:t>
                        </m:r>
                      </m:num>
                      <m:den>
                        <m:r>
                          <a:rPr lang="ar-AE" sz="1800" b="0" i="1" smtClean="0">
                            <a:solidFill>
                              <a:schemeClr val="accent2"/>
                            </a:solidFill>
                            <a:latin typeface="Cambria Math" panose="02040503050406030204" pitchFamily="18" charset="0"/>
                            <a:ea typeface="Jost"/>
                            <a:sym typeface="Jost"/>
                          </a:rPr>
                          <m:t>𝐶</m:t>
                        </m:r>
                        <m:r>
                          <a:rPr lang="ar-AE" sz="1800" b="0" i="1" smtClean="0">
                            <a:solidFill>
                              <a:schemeClr val="accent2"/>
                            </a:solidFill>
                            <a:latin typeface="Cambria Math" panose="02040503050406030204" pitchFamily="18" charset="0"/>
                            <a:ea typeface="Jost"/>
                            <a:sym typeface="Jost"/>
                          </a:rPr>
                          <m:t>(</m:t>
                        </m:r>
                        <m:r>
                          <a:rPr lang="ar-AE" sz="1800" b="0" i="1" smtClean="0">
                            <a:solidFill>
                              <a:schemeClr val="accent2"/>
                            </a:solidFill>
                            <a:latin typeface="Cambria Math" panose="02040503050406030204" pitchFamily="18" charset="0"/>
                            <a:ea typeface="Jost"/>
                            <a:sym typeface="Jost"/>
                          </a:rPr>
                          <m:t>𝑇</m:t>
                        </m:r>
                        <m:r>
                          <a:rPr lang="ar-AE" sz="1800" b="0" i="1" smtClean="0">
                            <a:solidFill>
                              <a:schemeClr val="accent2"/>
                            </a:solidFill>
                            <a:latin typeface="Cambria Math" panose="02040503050406030204" pitchFamily="18" charset="0"/>
                            <a:ea typeface="Jost"/>
                            <a:sym typeface="Jost"/>
                          </a:rPr>
                          <m:t>1</m:t>
                        </m:r>
                        <m:r>
                          <a:rPr lang="ar-AE" sz="1800" b="0" i="1" smtClean="0">
                            <a:solidFill>
                              <a:schemeClr val="accent2"/>
                            </a:solidFill>
                            <a:latin typeface="Cambria Math" panose="02040503050406030204" pitchFamily="18" charset="0"/>
                            <a:ea typeface="Jost"/>
                            <a:sym typeface="Jost"/>
                          </a:rPr>
                          <m:t>)</m:t>
                        </m:r>
                      </m:den>
                    </m:f>
                  </m:oMath>
                </a14:m>
                <a:r>
                  <a:rPr lang="ar-AE" sz="1800" dirty="0">
                    <a:solidFill>
                      <a:schemeClr val="accent2"/>
                    </a:solidFill>
                    <a:latin typeface="Jost"/>
                    <a:ea typeface="Jost"/>
                    <a:cs typeface="Jost"/>
                    <a:sym typeface="Jost"/>
                  </a:rPr>
                  <a:t> </a:t>
                </a:r>
                <a:r>
                  <a:rPr lang="en-IN" sz="1800" dirty="0">
                    <a:solidFill>
                      <a:schemeClr val="accent2"/>
                    </a:solidFill>
                    <a:latin typeface="Jost"/>
                    <a:ea typeface="Jost"/>
                    <a:cs typeface="Jost"/>
                    <a:sym typeface="Jost"/>
                  </a:rPr>
                  <a:t>)+…</a:t>
                </a:r>
                <a:r>
                  <a:rPr lang="ar-AE" sz="1800" dirty="0">
                    <a:solidFill>
                      <a:schemeClr val="accent2"/>
                    </a:solidFill>
                    <a:latin typeface="Jost"/>
                    <a:ea typeface="Jost"/>
                    <a:cs typeface="Jost"/>
                    <a:sym typeface="Jost"/>
                  </a:rPr>
                  <a:t> </a:t>
                </a:r>
                <a:r>
                  <a:rPr lang="en-IN" sz="1800" dirty="0">
                    <a:solidFill>
                      <a:schemeClr val="accent2"/>
                    </a:solidFill>
                    <a:latin typeface="Jost"/>
                    <a:ea typeface="Jost"/>
                    <a:cs typeface="Jost"/>
                    <a:sym typeface="Jost"/>
                  </a:rPr>
                  <a:t>+</a:t>
                </a:r>
                <a:r>
                  <a:rPr lang="en-US" sz="1800" dirty="0">
                    <a:solidFill>
                      <a:schemeClr val="accent2"/>
                    </a:solidFill>
                    <a:latin typeface="Jost"/>
                    <a:ea typeface="Jost"/>
                    <a:cs typeface="Jost"/>
                    <a:sym typeface="Jost"/>
                  </a:rPr>
                  <a:t>d*(</a:t>
                </a:r>
                <a14:m>
                  <m:oMath xmlns:m="http://schemas.openxmlformats.org/officeDocument/2006/math">
                    <m:f>
                      <m:fPr>
                        <m:ctrlPr>
                          <a:rPr lang="ar-AE" sz="1800" i="1">
                            <a:solidFill>
                              <a:schemeClr val="accent2"/>
                            </a:solidFill>
                            <a:latin typeface="Cambria Math" panose="02040503050406030204" pitchFamily="18" charset="0"/>
                            <a:ea typeface="Jost"/>
                            <a:sym typeface="Jost"/>
                          </a:rPr>
                        </m:ctrlPr>
                      </m:fPr>
                      <m:num>
                        <m:r>
                          <a:rPr lang="ar-AE" sz="1800" i="1">
                            <a:solidFill>
                              <a:schemeClr val="accent2"/>
                            </a:solidFill>
                            <a:latin typeface="Cambria Math" panose="02040503050406030204" pitchFamily="18" charset="0"/>
                            <a:ea typeface="Jost"/>
                            <a:sym typeface="Jost"/>
                          </a:rPr>
                          <m:t>𝑃𝑅</m:t>
                        </m:r>
                        <m:r>
                          <a:rPr lang="ar-AE" sz="1800" i="1">
                            <a:solidFill>
                              <a:schemeClr val="accent2"/>
                            </a:solidFill>
                            <a:latin typeface="Cambria Math" panose="02040503050406030204" pitchFamily="18" charset="0"/>
                            <a:ea typeface="Jost"/>
                            <a:sym typeface="Jost"/>
                          </a:rPr>
                          <m:t>(</m:t>
                        </m:r>
                        <m:r>
                          <a:rPr lang="ar-AE" sz="1800" i="1">
                            <a:solidFill>
                              <a:schemeClr val="accent2"/>
                            </a:solidFill>
                            <a:latin typeface="Cambria Math" panose="02040503050406030204" pitchFamily="18" charset="0"/>
                            <a:ea typeface="Jost"/>
                            <a:sym typeface="Jost"/>
                          </a:rPr>
                          <m:t>𝑇𝑛</m:t>
                        </m:r>
                        <m:r>
                          <a:rPr lang="ar-AE" sz="1800" i="1">
                            <a:solidFill>
                              <a:schemeClr val="accent2"/>
                            </a:solidFill>
                            <a:latin typeface="Cambria Math" panose="02040503050406030204" pitchFamily="18" charset="0"/>
                            <a:ea typeface="Jost"/>
                            <a:sym typeface="Jost"/>
                          </a:rPr>
                          <m:t>)</m:t>
                        </m:r>
                      </m:num>
                      <m:den>
                        <m:r>
                          <a:rPr lang="ar-AE" sz="1800" i="1">
                            <a:solidFill>
                              <a:schemeClr val="accent2"/>
                            </a:solidFill>
                            <a:latin typeface="Cambria Math" panose="02040503050406030204" pitchFamily="18" charset="0"/>
                            <a:ea typeface="Jost"/>
                            <a:sym typeface="Jost"/>
                          </a:rPr>
                          <m:t>𝐶</m:t>
                        </m:r>
                        <m:r>
                          <a:rPr lang="ar-AE" sz="1800" i="1">
                            <a:solidFill>
                              <a:schemeClr val="accent2"/>
                            </a:solidFill>
                            <a:latin typeface="Cambria Math" panose="02040503050406030204" pitchFamily="18" charset="0"/>
                            <a:ea typeface="Jost"/>
                            <a:sym typeface="Jost"/>
                          </a:rPr>
                          <m:t>(</m:t>
                        </m:r>
                        <m:r>
                          <a:rPr lang="ar-AE" sz="1800" i="1">
                            <a:solidFill>
                              <a:schemeClr val="accent2"/>
                            </a:solidFill>
                            <a:latin typeface="Cambria Math" panose="02040503050406030204" pitchFamily="18" charset="0"/>
                            <a:ea typeface="Jost"/>
                            <a:sym typeface="Jost"/>
                          </a:rPr>
                          <m:t>𝑇𝑛</m:t>
                        </m:r>
                        <m:r>
                          <a:rPr lang="ar-AE" sz="1800" i="1">
                            <a:solidFill>
                              <a:schemeClr val="accent2"/>
                            </a:solidFill>
                            <a:latin typeface="Cambria Math" panose="02040503050406030204" pitchFamily="18" charset="0"/>
                            <a:ea typeface="Jost"/>
                            <a:sym typeface="Jost"/>
                          </a:rPr>
                          <m:t>)</m:t>
                        </m:r>
                      </m:den>
                    </m:f>
                  </m:oMath>
                </a14:m>
                <a:r>
                  <a:rPr lang="ar-AE" sz="1800" dirty="0">
                    <a:solidFill>
                      <a:schemeClr val="accent2"/>
                    </a:solidFill>
                    <a:latin typeface="Jost"/>
                    <a:ea typeface="Jost"/>
                    <a:cs typeface="Jost"/>
                    <a:sym typeface="Jost"/>
                  </a:rPr>
                  <a:t> </a:t>
                </a:r>
                <a:r>
                  <a:rPr lang="en-US" sz="1800" dirty="0">
                    <a:solidFill>
                      <a:schemeClr val="accent2"/>
                    </a:solidFill>
                    <a:latin typeface="Jost"/>
                    <a:ea typeface="Jost"/>
                    <a:cs typeface="Jost"/>
                    <a:sym typeface="Jost"/>
                  </a:rPr>
                  <a:t>)</a:t>
                </a:r>
              </a:p>
            </p:txBody>
          </p:sp>
        </mc:Choice>
        <mc:Fallback>
          <p:sp>
            <p:nvSpPr>
              <p:cNvPr id="5" name="Google Shape;884;p38">
                <a:extLst>
                  <a:ext uri="{FF2B5EF4-FFF2-40B4-BE49-F238E27FC236}">
                    <a16:creationId xmlns:a16="http://schemas.microsoft.com/office/drawing/2014/main" id="{78A23686-7A39-A3BE-BE50-394485A254E6}"/>
                  </a:ext>
                </a:extLst>
              </p:cNvPr>
              <p:cNvSpPr txBox="1">
                <a:spLocks noRot="1" noChangeAspect="1" noMove="1" noResize="1" noEditPoints="1" noAdjustHandles="1" noChangeArrowheads="1" noChangeShapeType="1" noTextEdit="1"/>
              </p:cNvSpPr>
              <p:nvPr/>
            </p:nvSpPr>
            <p:spPr>
              <a:xfrm>
                <a:off x="2168869" y="1402140"/>
                <a:ext cx="4414811" cy="673787"/>
              </a:xfrm>
              <a:prstGeom prst="rect">
                <a:avLst/>
              </a:prstGeom>
              <a:blipFill>
                <a:blip r:embed="rId3"/>
                <a:stretch>
                  <a:fillRect l="-1102"/>
                </a:stretch>
              </a:blipFill>
              <a:ln>
                <a:solidFill>
                  <a:schemeClr val="accent2"/>
                </a:solidFill>
              </a:ln>
            </p:spPr>
            <p:txBody>
              <a:bodyPr/>
              <a:lstStyle/>
              <a:p>
                <a:r>
                  <a:rPr lang="en-IN">
                    <a:noFill/>
                  </a:rPr>
                  <a:t> </a:t>
                </a:r>
              </a:p>
            </p:txBody>
          </p:sp>
        </mc:Fallback>
      </mc:AlternateContent>
      <p:sp>
        <p:nvSpPr>
          <p:cNvPr id="6" name="Google Shape;884;p38">
            <a:extLst>
              <a:ext uri="{FF2B5EF4-FFF2-40B4-BE49-F238E27FC236}">
                <a16:creationId xmlns:a16="http://schemas.microsoft.com/office/drawing/2014/main" id="{6456B17D-344A-57C5-8E88-815FE62269AE}"/>
              </a:ext>
            </a:extLst>
          </p:cNvPr>
          <p:cNvSpPr txBox="1"/>
          <p:nvPr/>
        </p:nvSpPr>
        <p:spPr>
          <a:xfrm>
            <a:off x="1621357" y="2240608"/>
            <a:ext cx="5612561" cy="1643102"/>
          </a:xfrm>
          <a:prstGeom prst="rect">
            <a:avLst/>
          </a:prstGeom>
          <a:noFill/>
          <a:ln>
            <a:noFill/>
          </a:ln>
        </p:spPr>
        <p:txBody>
          <a:bodyPr spcFirstLastPara="1" wrap="square" lIns="91425" tIns="91425" rIns="91425" bIns="91425" anchor="t" anchorCtr="0">
            <a:noAutofit/>
          </a:bodyPr>
          <a:lstStyle/>
          <a:p>
            <a:pPr lvl="0" algn="just">
              <a:buClr>
                <a:schemeClr val="tx1"/>
              </a:buClr>
            </a:pPr>
            <a:r>
              <a:rPr lang="en-US" sz="1800" dirty="0">
                <a:solidFill>
                  <a:schemeClr val="accent2"/>
                </a:solidFill>
                <a:latin typeface="Jost"/>
                <a:ea typeface="Jost"/>
                <a:cs typeface="Jost"/>
                <a:sym typeface="Jost"/>
              </a:rPr>
              <a:t>Where, </a:t>
            </a:r>
          </a:p>
          <a:p>
            <a:pPr marL="285750" lvl="0" indent="-285750" algn="just">
              <a:buClr>
                <a:schemeClr val="tx1"/>
              </a:buClr>
              <a:buFont typeface="Arial" panose="020B0604020202020204" pitchFamily="34" charset="0"/>
              <a:buChar char="•"/>
            </a:pPr>
            <a:r>
              <a:rPr lang="en-US" sz="1800" dirty="0">
                <a:solidFill>
                  <a:schemeClr val="accent2"/>
                </a:solidFill>
                <a:latin typeface="Jost"/>
                <a:ea typeface="Jost"/>
                <a:cs typeface="Jost"/>
                <a:sym typeface="Jost"/>
              </a:rPr>
              <a:t>PR(A) is the PageRank of page A </a:t>
            </a:r>
          </a:p>
          <a:p>
            <a:pPr marL="285750" lvl="0" indent="-285750" algn="just">
              <a:buClr>
                <a:schemeClr val="tx1"/>
              </a:buClr>
              <a:buFont typeface="Arial" panose="020B0604020202020204" pitchFamily="34" charset="0"/>
              <a:buChar char="•"/>
            </a:pPr>
            <a:r>
              <a:rPr lang="en-US" sz="1800" dirty="0">
                <a:solidFill>
                  <a:schemeClr val="accent2"/>
                </a:solidFill>
                <a:latin typeface="Jost"/>
                <a:ea typeface="Jost"/>
                <a:cs typeface="Jost"/>
                <a:sym typeface="Jost"/>
              </a:rPr>
              <a:t>d is a damping factor, typically set to 0.85 </a:t>
            </a:r>
          </a:p>
          <a:p>
            <a:pPr marL="285750" lvl="0" indent="-285750" algn="just">
              <a:buClr>
                <a:schemeClr val="tx1"/>
              </a:buClr>
              <a:buFont typeface="Arial" panose="020B0604020202020204" pitchFamily="34" charset="0"/>
              <a:buChar char="•"/>
            </a:pPr>
            <a:r>
              <a:rPr lang="en-US" sz="1800" dirty="0">
                <a:solidFill>
                  <a:schemeClr val="accent2"/>
                </a:solidFill>
                <a:latin typeface="Jost"/>
                <a:ea typeface="Jost"/>
                <a:cs typeface="Jost"/>
                <a:sym typeface="Jost"/>
              </a:rPr>
              <a:t>PR(</a:t>
            </a:r>
            <a:r>
              <a:rPr lang="en-US" sz="1800" dirty="0" err="1">
                <a:solidFill>
                  <a:schemeClr val="accent2"/>
                </a:solidFill>
                <a:latin typeface="Jost"/>
                <a:ea typeface="Jost"/>
                <a:cs typeface="Jost"/>
                <a:sym typeface="Jost"/>
              </a:rPr>
              <a:t>Ti</a:t>
            </a:r>
            <a:r>
              <a:rPr lang="en-US" sz="1800" dirty="0">
                <a:solidFill>
                  <a:schemeClr val="accent2"/>
                </a:solidFill>
                <a:latin typeface="Jost"/>
                <a:ea typeface="Jost"/>
                <a:cs typeface="Jost"/>
                <a:sym typeface="Jost"/>
              </a:rPr>
              <a:t>) is the PageRank of pages linking to page A</a:t>
            </a:r>
          </a:p>
          <a:p>
            <a:pPr marL="285750" lvl="0" indent="-285750" algn="just">
              <a:buClr>
                <a:schemeClr val="tx1"/>
              </a:buClr>
              <a:buFont typeface="Arial" panose="020B0604020202020204" pitchFamily="34" charset="0"/>
              <a:buChar char="•"/>
            </a:pPr>
            <a:r>
              <a:rPr lang="en-US" sz="1800" dirty="0">
                <a:solidFill>
                  <a:schemeClr val="accent2"/>
                </a:solidFill>
                <a:latin typeface="Jost"/>
                <a:ea typeface="Jost"/>
                <a:cs typeface="Jost"/>
                <a:sym typeface="Jost"/>
              </a:rPr>
              <a:t>C(</a:t>
            </a:r>
            <a:r>
              <a:rPr lang="en-US" sz="1800" dirty="0" err="1">
                <a:solidFill>
                  <a:schemeClr val="accent2"/>
                </a:solidFill>
                <a:latin typeface="Jost"/>
                <a:ea typeface="Jost"/>
                <a:cs typeface="Jost"/>
                <a:sym typeface="Jost"/>
              </a:rPr>
              <a:t>Ti</a:t>
            </a:r>
            <a:r>
              <a:rPr lang="en-US" sz="1800" dirty="0">
                <a:solidFill>
                  <a:schemeClr val="accent2"/>
                </a:solidFill>
                <a:latin typeface="Jost"/>
                <a:ea typeface="Jost"/>
                <a:cs typeface="Jost"/>
                <a:sym typeface="Jost"/>
              </a:rPr>
              <a:t>) is the number of outgoing links from page T</a:t>
            </a:r>
          </a:p>
        </p:txBody>
      </p:sp>
      <p:sp>
        <p:nvSpPr>
          <p:cNvPr id="2" name="Google Shape;884;p38">
            <a:extLst>
              <a:ext uri="{FF2B5EF4-FFF2-40B4-BE49-F238E27FC236}">
                <a16:creationId xmlns:a16="http://schemas.microsoft.com/office/drawing/2014/main" id="{E7014979-56BA-092F-1925-8874CFF70295}"/>
              </a:ext>
            </a:extLst>
          </p:cNvPr>
          <p:cNvSpPr txBox="1"/>
          <p:nvPr/>
        </p:nvSpPr>
        <p:spPr>
          <a:xfrm>
            <a:off x="1621357" y="2246023"/>
            <a:ext cx="5612561" cy="1643102"/>
          </a:xfrm>
          <a:prstGeom prst="rect">
            <a:avLst/>
          </a:prstGeom>
          <a:noFill/>
          <a:ln>
            <a:noFill/>
          </a:ln>
        </p:spPr>
        <p:txBody>
          <a:bodyPr spcFirstLastPara="1" wrap="square" lIns="91425" tIns="91425" rIns="91425" bIns="91425" anchor="t" anchorCtr="0">
            <a:noAutofit/>
          </a:bodyPr>
          <a:lstStyle/>
          <a:p>
            <a:pPr lvl="0" algn="just">
              <a:buClr>
                <a:schemeClr val="tx1"/>
              </a:buClr>
            </a:pPr>
            <a:r>
              <a:rPr lang="en-US" sz="1800" dirty="0">
                <a:solidFill>
                  <a:schemeClr val="accent2"/>
                </a:solidFill>
                <a:latin typeface="Jost"/>
                <a:ea typeface="Jost"/>
                <a:cs typeface="Jost"/>
                <a:sym typeface="Jost"/>
              </a:rPr>
              <a:t>Where, </a:t>
            </a:r>
          </a:p>
          <a:p>
            <a:pPr marL="285750" lvl="0" indent="-285750" algn="just">
              <a:buClr>
                <a:schemeClr val="tx1"/>
              </a:buClr>
              <a:buFont typeface="Arial" panose="020B0604020202020204" pitchFamily="34" charset="0"/>
              <a:buChar char="•"/>
            </a:pPr>
            <a:r>
              <a:rPr lang="en-US" sz="1800" dirty="0">
                <a:solidFill>
                  <a:schemeClr val="accent2"/>
                </a:solidFill>
                <a:latin typeface="Jost"/>
                <a:ea typeface="Jost"/>
                <a:cs typeface="Jost"/>
                <a:sym typeface="Jost"/>
              </a:rPr>
              <a:t>PR(A) is the PageRank of page A </a:t>
            </a:r>
          </a:p>
          <a:p>
            <a:pPr marL="285750" lvl="0" indent="-285750" algn="just">
              <a:buClr>
                <a:schemeClr val="tx1"/>
              </a:buClr>
              <a:buFont typeface="Arial" panose="020B0604020202020204" pitchFamily="34" charset="0"/>
              <a:buChar char="•"/>
            </a:pPr>
            <a:r>
              <a:rPr lang="en-US" sz="1800" dirty="0">
                <a:solidFill>
                  <a:schemeClr val="accent2"/>
                </a:solidFill>
                <a:latin typeface="Jost"/>
                <a:ea typeface="Jost"/>
                <a:cs typeface="Jost"/>
                <a:sym typeface="Jost"/>
              </a:rPr>
              <a:t>d is a damping factor, typically set to 0.85 </a:t>
            </a:r>
          </a:p>
          <a:p>
            <a:pPr marL="285750" lvl="0" indent="-285750" algn="just">
              <a:buClr>
                <a:schemeClr val="tx1"/>
              </a:buClr>
              <a:buFont typeface="Arial" panose="020B0604020202020204" pitchFamily="34" charset="0"/>
              <a:buChar char="•"/>
            </a:pPr>
            <a:r>
              <a:rPr lang="en-US" sz="1800" dirty="0">
                <a:solidFill>
                  <a:schemeClr val="accent2"/>
                </a:solidFill>
                <a:latin typeface="Jost"/>
                <a:ea typeface="Jost"/>
                <a:cs typeface="Jost"/>
                <a:sym typeface="Jost"/>
              </a:rPr>
              <a:t>PR(</a:t>
            </a:r>
            <a:r>
              <a:rPr lang="en-US" sz="1800" dirty="0" err="1">
                <a:solidFill>
                  <a:schemeClr val="accent2"/>
                </a:solidFill>
                <a:latin typeface="Jost"/>
                <a:ea typeface="Jost"/>
                <a:cs typeface="Jost"/>
                <a:sym typeface="Jost"/>
              </a:rPr>
              <a:t>Ti</a:t>
            </a:r>
            <a:r>
              <a:rPr lang="en-US" sz="1800" dirty="0">
                <a:solidFill>
                  <a:schemeClr val="accent2"/>
                </a:solidFill>
                <a:latin typeface="Jost"/>
                <a:ea typeface="Jost"/>
                <a:cs typeface="Jost"/>
                <a:sym typeface="Jost"/>
              </a:rPr>
              <a:t>) is the PageRank of pages linking to page A</a:t>
            </a:r>
          </a:p>
          <a:p>
            <a:pPr marL="285750" lvl="0" indent="-285750" algn="just">
              <a:buClr>
                <a:schemeClr val="tx1"/>
              </a:buClr>
              <a:buFont typeface="Arial" panose="020B0604020202020204" pitchFamily="34" charset="0"/>
              <a:buChar char="•"/>
            </a:pPr>
            <a:r>
              <a:rPr lang="en-US" sz="1800" dirty="0">
                <a:solidFill>
                  <a:schemeClr val="accent2"/>
                </a:solidFill>
                <a:latin typeface="Jost"/>
                <a:ea typeface="Jost"/>
                <a:cs typeface="Jost"/>
                <a:sym typeface="Jost"/>
              </a:rPr>
              <a:t>C(</a:t>
            </a:r>
            <a:r>
              <a:rPr lang="en-US" sz="1800" dirty="0" err="1">
                <a:solidFill>
                  <a:schemeClr val="accent2"/>
                </a:solidFill>
                <a:latin typeface="Jost"/>
                <a:ea typeface="Jost"/>
                <a:cs typeface="Jost"/>
                <a:sym typeface="Jost"/>
              </a:rPr>
              <a:t>Ti</a:t>
            </a:r>
            <a:r>
              <a:rPr lang="en-US" sz="1800" dirty="0">
                <a:solidFill>
                  <a:schemeClr val="accent2"/>
                </a:solidFill>
                <a:latin typeface="Jost"/>
                <a:ea typeface="Jost"/>
                <a:cs typeface="Jost"/>
                <a:sym typeface="Jost"/>
              </a:rPr>
              <a:t>) is the number of outgoing links from page 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grpSp>
        <p:nvGrpSpPr>
          <p:cNvPr id="857" name="Google Shape;857;p38"/>
          <p:cNvGrpSpPr/>
          <p:nvPr/>
        </p:nvGrpSpPr>
        <p:grpSpPr>
          <a:xfrm>
            <a:off x="6300636" y="4155857"/>
            <a:ext cx="1475345" cy="1442620"/>
            <a:chOff x="715101" y="1904704"/>
            <a:chExt cx="1667245" cy="1717200"/>
          </a:xfrm>
        </p:grpSpPr>
        <p:grpSp>
          <p:nvGrpSpPr>
            <p:cNvPr id="858" name="Google Shape;858;p38"/>
            <p:cNvGrpSpPr/>
            <p:nvPr/>
          </p:nvGrpSpPr>
          <p:grpSpPr>
            <a:xfrm>
              <a:off x="715101" y="1904704"/>
              <a:ext cx="833620" cy="1717200"/>
              <a:chOff x="715101" y="1904704"/>
              <a:chExt cx="833620" cy="1717200"/>
            </a:xfrm>
          </p:grpSpPr>
          <p:grpSp>
            <p:nvGrpSpPr>
              <p:cNvPr id="859" name="Google Shape;859;p38"/>
              <p:cNvGrpSpPr/>
              <p:nvPr/>
            </p:nvGrpSpPr>
            <p:grpSpPr>
              <a:xfrm rot="-5400000">
                <a:off x="64908" y="2554897"/>
                <a:ext cx="1717200" cy="416815"/>
                <a:chOff x="9397475" y="332800"/>
                <a:chExt cx="1717200" cy="404400"/>
              </a:xfrm>
            </p:grpSpPr>
            <p:sp>
              <p:nvSpPr>
                <p:cNvPr id="860" name="Google Shape;860;p38"/>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8"/>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8"/>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8"/>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4" name="Google Shape;864;p38"/>
              <p:cNvGrpSpPr/>
              <p:nvPr/>
            </p:nvGrpSpPr>
            <p:grpSpPr>
              <a:xfrm rot="-5400000">
                <a:off x="481713" y="2554897"/>
                <a:ext cx="1717200" cy="416815"/>
                <a:chOff x="9397475" y="332800"/>
                <a:chExt cx="1717200" cy="404400"/>
              </a:xfrm>
            </p:grpSpPr>
            <p:sp>
              <p:nvSpPr>
                <p:cNvPr id="865" name="Google Shape;865;p38"/>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8"/>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8"/>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8"/>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69" name="Google Shape;869;p38"/>
            <p:cNvGrpSpPr/>
            <p:nvPr/>
          </p:nvGrpSpPr>
          <p:grpSpPr>
            <a:xfrm>
              <a:off x="1548726" y="1904704"/>
              <a:ext cx="833620" cy="1717200"/>
              <a:chOff x="715101" y="1904704"/>
              <a:chExt cx="833620" cy="1717200"/>
            </a:xfrm>
          </p:grpSpPr>
          <p:grpSp>
            <p:nvGrpSpPr>
              <p:cNvPr id="870" name="Google Shape;870;p38"/>
              <p:cNvGrpSpPr/>
              <p:nvPr/>
            </p:nvGrpSpPr>
            <p:grpSpPr>
              <a:xfrm rot="-5400000">
                <a:off x="64908" y="2554897"/>
                <a:ext cx="1717200" cy="416815"/>
                <a:chOff x="9397475" y="332800"/>
                <a:chExt cx="1717200" cy="404400"/>
              </a:xfrm>
            </p:grpSpPr>
            <p:sp>
              <p:nvSpPr>
                <p:cNvPr id="871" name="Google Shape;871;p38"/>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8"/>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8"/>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8"/>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38"/>
              <p:cNvGrpSpPr/>
              <p:nvPr/>
            </p:nvGrpSpPr>
            <p:grpSpPr>
              <a:xfrm rot="-5400000">
                <a:off x="481713" y="2554897"/>
                <a:ext cx="1717200" cy="416815"/>
                <a:chOff x="9397475" y="332800"/>
                <a:chExt cx="1717200" cy="404400"/>
              </a:xfrm>
            </p:grpSpPr>
            <p:sp>
              <p:nvSpPr>
                <p:cNvPr id="876" name="Google Shape;876;p38"/>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8"/>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8"/>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8"/>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99" name="Google Shape;899;p38">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8">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8">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8">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907;p39">
            <a:extLst>
              <a:ext uri="{FF2B5EF4-FFF2-40B4-BE49-F238E27FC236}">
                <a16:creationId xmlns:a16="http://schemas.microsoft.com/office/drawing/2014/main" id="{26DAF81A-35E8-6FFC-C03B-DE27816AE119}"/>
              </a:ext>
            </a:extLst>
          </p:cNvPr>
          <p:cNvSpPr txBox="1">
            <a:spLocks/>
          </p:cNvSpPr>
          <p:nvPr/>
        </p:nvSpPr>
        <p:spPr>
          <a:xfrm>
            <a:off x="720000" y="445025"/>
            <a:ext cx="527360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700"/>
              <a:buFont typeface="Poppins SemiBold"/>
              <a:buNone/>
              <a:defRPr sz="37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N" sz="3000"/>
              <a:t>Page Rank Algorithm</a:t>
            </a:r>
            <a:endParaRPr lang="en-IN" sz="3000" dirty="0"/>
          </a:p>
        </p:txBody>
      </p:sp>
      <mc:AlternateContent xmlns:mc="http://schemas.openxmlformats.org/markup-compatibility/2006" xmlns:a14="http://schemas.microsoft.com/office/drawing/2010/main">
        <mc:Choice Requires="a14">
          <p:sp>
            <p:nvSpPr>
              <p:cNvPr id="5" name="Google Shape;884;p38">
                <a:extLst>
                  <a:ext uri="{FF2B5EF4-FFF2-40B4-BE49-F238E27FC236}">
                    <a16:creationId xmlns:a16="http://schemas.microsoft.com/office/drawing/2014/main" id="{78A23686-7A39-A3BE-BE50-394485A254E6}"/>
                  </a:ext>
                </a:extLst>
              </p:cNvPr>
              <p:cNvSpPr txBox="1"/>
              <p:nvPr/>
            </p:nvSpPr>
            <p:spPr>
              <a:xfrm>
                <a:off x="2361754" y="1289872"/>
                <a:ext cx="4131766" cy="673787"/>
              </a:xfrm>
              <a:prstGeom prst="rect">
                <a:avLst/>
              </a:prstGeom>
              <a:noFill/>
              <a:ln>
                <a:solidFill>
                  <a:schemeClr val="accent2"/>
                </a:solidFill>
              </a:ln>
            </p:spPr>
            <p:txBody>
              <a:bodyPr spcFirstLastPara="1" wrap="square" lIns="91425" tIns="91425" rIns="91425" bIns="91425" anchor="t" anchorCtr="0">
                <a:noAutofit/>
              </a:bodyPr>
              <a:lstStyle/>
              <a:p>
                <a:pPr algn="ctr"/>
                <a:r>
                  <a:rPr lang="en-US" sz="1800" dirty="0">
                    <a:latin typeface="Jost" panose="020B0604020202020204" charset="0"/>
                    <a:ea typeface="Jost" panose="020B0604020202020204" charset="0"/>
                  </a:rPr>
                  <a:t>PR(P</a:t>
                </a:r>
                <a:r>
                  <a:rPr lang="en-US" sz="1800" baseline="-25000" dirty="0">
                    <a:latin typeface="Jost" panose="020B0604020202020204" charset="0"/>
                    <a:ea typeface="Jost" panose="020B0604020202020204" charset="0"/>
                  </a:rPr>
                  <a:t>i</a:t>
                </a:r>
                <a:r>
                  <a:rPr lang="en-US" sz="1800" dirty="0">
                    <a:latin typeface="Jost" panose="020B0604020202020204" charset="0"/>
                    <a:ea typeface="Jost" panose="020B0604020202020204" charset="0"/>
                  </a:rPr>
                  <a:t>) = </a:t>
                </a:r>
                <a14:m>
                  <m:oMath xmlns:m="http://schemas.openxmlformats.org/officeDocument/2006/math">
                    <m:f>
                      <m:fPr>
                        <m:ctrlPr>
                          <a:rPr lang="en-IN" sz="1800" i="1">
                            <a:latin typeface="Cambria Math" panose="02040503050406030204" pitchFamily="18" charset="0"/>
                          </a:rPr>
                        </m:ctrlPr>
                      </m:fPr>
                      <m:num>
                        <m:r>
                          <a:rPr lang="en-US" sz="1800" i="1">
                            <a:latin typeface="Cambria Math" panose="02040503050406030204" pitchFamily="18" charset="0"/>
                          </a:rPr>
                          <m:t>1</m:t>
                        </m:r>
                        <m:r>
                          <a:rPr lang="en-US" sz="1800" i="1">
                            <a:latin typeface="Cambria Math" panose="02040503050406030204" pitchFamily="18" charset="0"/>
                          </a:rPr>
                          <m:t>−</m:t>
                        </m:r>
                        <m:r>
                          <a:rPr lang="en-US" sz="1800" i="1">
                            <a:latin typeface="Cambria Math" panose="02040503050406030204" pitchFamily="18" charset="0"/>
                          </a:rPr>
                          <m:t>𝑑</m:t>
                        </m:r>
                      </m:num>
                      <m:den>
                        <m:r>
                          <a:rPr lang="en-US" sz="1800" i="1">
                            <a:latin typeface="Cambria Math" panose="02040503050406030204" pitchFamily="18" charset="0"/>
                          </a:rPr>
                          <m:t>𝑁</m:t>
                        </m:r>
                      </m:den>
                    </m:f>
                  </m:oMath>
                </a14:m>
                <a:r>
                  <a:rPr lang="en-US" sz="1800" dirty="0">
                    <a:latin typeface="Jost" panose="020B0604020202020204" charset="0"/>
                    <a:ea typeface="Jost" panose="020B0604020202020204" charset="0"/>
                  </a:rPr>
                  <a:t> + d </a:t>
                </a:r>
                <a14:m>
                  <m:oMath xmlns:m="http://schemas.openxmlformats.org/officeDocument/2006/math">
                    <m:nary>
                      <m:naryPr>
                        <m:chr m:val="∑"/>
                        <m:limLoc m:val="undOvr"/>
                        <m:supHide m:val="on"/>
                        <m:ctrlPr>
                          <a:rPr lang="en-IN" sz="1800" i="1">
                            <a:latin typeface="Cambria Math" panose="02040503050406030204" pitchFamily="18" charset="0"/>
                          </a:rPr>
                        </m:ctrlPr>
                      </m:naryPr>
                      <m:sub>
                        <m:r>
                          <a:rPr lang="en-US" sz="1800" i="1">
                            <a:latin typeface="Cambria Math" panose="02040503050406030204" pitchFamily="18" charset="0"/>
                          </a:rPr>
                          <m:t>𝑝𝑗</m:t>
                        </m:r>
                        <m:r>
                          <a:rPr lang="en-US" sz="1800" i="1">
                            <a:latin typeface="Cambria Math" panose="02040503050406030204" pitchFamily="18" charset="0"/>
                          </a:rPr>
                          <m:t> </m:t>
                        </m:r>
                        <m:r>
                          <a:rPr lang="en-US" sz="1800" i="1">
                            <a:latin typeface="Cambria Math" panose="02040503050406030204" pitchFamily="18" charset="0"/>
                          </a:rPr>
                          <m:t>𝜖</m:t>
                        </m:r>
                        <m:r>
                          <a:rPr lang="en-US" sz="1800" i="1">
                            <a:latin typeface="Cambria Math" panose="02040503050406030204" pitchFamily="18" charset="0"/>
                          </a:rPr>
                          <m:t> </m:t>
                        </m:r>
                        <m:r>
                          <a:rPr lang="en-US" sz="1800" i="1">
                            <a:latin typeface="Cambria Math" panose="02040503050406030204" pitchFamily="18" charset="0"/>
                          </a:rPr>
                          <m:t>𝑀</m:t>
                        </m:r>
                        <m:d>
                          <m:dPr>
                            <m:ctrlPr>
                              <a:rPr lang="en-IN" sz="1800" i="1">
                                <a:latin typeface="Cambria Math" panose="02040503050406030204" pitchFamily="18" charset="0"/>
                              </a:rPr>
                            </m:ctrlPr>
                          </m:dPr>
                          <m:e>
                            <m:r>
                              <a:rPr lang="en-US" sz="1800" i="1">
                                <a:latin typeface="Cambria Math" panose="02040503050406030204" pitchFamily="18" charset="0"/>
                              </a:rPr>
                              <m:t>𝑝𝑖</m:t>
                            </m:r>
                          </m:e>
                        </m:d>
                      </m:sub>
                      <m:sup/>
                      <m:e>
                        <m:f>
                          <m:fPr>
                            <m:ctrlPr>
                              <a:rPr lang="en-IN" sz="1800" i="1">
                                <a:latin typeface="Cambria Math" panose="02040503050406030204" pitchFamily="18" charset="0"/>
                              </a:rPr>
                            </m:ctrlPr>
                          </m:fPr>
                          <m:num>
                            <m:r>
                              <a:rPr lang="en-US" sz="1800" i="1">
                                <a:latin typeface="Cambria Math" panose="02040503050406030204" pitchFamily="18" charset="0"/>
                              </a:rPr>
                              <m:t>𝑃𝑅</m:t>
                            </m:r>
                            <m:d>
                              <m:dPr>
                                <m:ctrlPr>
                                  <a:rPr lang="en-IN" sz="1800" i="1">
                                    <a:latin typeface="Cambria Math" panose="02040503050406030204" pitchFamily="18" charset="0"/>
                                  </a:rPr>
                                </m:ctrlPr>
                              </m:dPr>
                              <m:e>
                                <m:r>
                                  <a:rPr lang="en-US" sz="1800" i="1">
                                    <a:latin typeface="Cambria Math" panose="02040503050406030204" pitchFamily="18" charset="0"/>
                                  </a:rPr>
                                  <m:t>𝑃𝑗</m:t>
                                </m:r>
                              </m:e>
                            </m:d>
                          </m:num>
                          <m:den>
                            <m:r>
                              <a:rPr lang="en-US" sz="1800" i="1">
                                <a:latin typeface="Cambria Math" panose="02040503050406030204" pitchFamily="18" charset="0"/>
                              </a:rPr>
                              <m:t>𝐿</m:t>
                            </m:r>
                            <m:d>
                              <m:dPr>
                                <m:ctrlPr>
                                  <a:rPr lang="en-IN" sz="1800" i="1">
                                    <a:latin typeface="Cambria Math" panose="02040503050406030204" pitchFamily="18" charset="0"/>
                                  </a:rPr>
                                </m:ctrlPr>
                              </m:dPr>
                              <m:e>
                                <m:r>
                                  <a:rPr lang="en-US" sz="1800" i="1">
                                    <a:latin typeface="Cambria Math" panose="02040503050406030204" pitchFamily="18" charset="0"/>
                                  </a:rPr>
                                  <m:t>𝑃𝑗</m:t>
                                </m:r>
                              </m:e>
                            </m:d>
                          </m:den>
                        </m:f>
                      </m:e>
                    </m:nary>
                  </m:oMath>
                </a14:m>
                <a:endParaRPr lang="en-IN" sz="1800" dirty="0">
                  <a:latin typeface="Jost" panose="020B0604020202020204" charset="0"/>
                  <a:ea typeface="Jost" panose="020B0604020202020204" charset="0"/>
                </a:endParaRPr>
              </a:p>
            </p:txBody>
          </p:sp>
        </mc:Choice>
        <mc:Fallback xmlns="">
          <p:sp>
            <p:nvSpPr>
              <p:cNvPr id="5" name="Google Shape;884;p38">
                <a:extLst>
                  <a:ext uri="{FF2B5EF4-FFF2-40B4-BE49-F238E27FC236}">
                    <a16:creationId xmlns:a16="http://schemas.microsoft.com/office/drawing/2014/main" id="{78A23686-7A39-A3BE-BE50-394485A254E6}"/>
                  </a:ext>
                </a:extLst>
              </p:cNvPr>
              <p:cNvSpPr txBox="1">
                <a:spLocks noRot="1" noChangeAspect="1" noMove="1" noResize="1" noEditPoints="1" noAdjustHandles="1" noChangeArrowheads="1" noChangeShapeType="1" noTextEdit="1"/>
              </p:cNvSpPr>
              <p:nvPr/>
            </p:nvSpPr>
            <p:spPr>
              <a:xfrm>
                <a:off x="2361754" y="1289872"/>
                <a:ext cx="4131766" cy="673787"/>
              </a:xfrm>
              <a:prstGeom prst="rect">
                <a:avLst/>
              </a:prstGeom>
              <a:blipFill>
                <a:blip r:embed="rId3"/>
                <a:stretch>
                  <a:fillRect t="-46429" b="-73214"/>
                </a:stretch>
              </a:blipFill>
              <a:ln>
                <a:solidFill>
                  <a:schemeClr val="accent2"/>
                </a:solidFill>
              </a:ln>
            </p:spPr>
            <p:txBody>
              <a:bodyPr/>
              <a:lstStyle/>
              <a:p>
                <a:r>
                  <a:rPr lang="en-IN">
                    <a:noFill/>
                  </a:rPr>
                  <a:t> </a:t>
                </a:r>
              </a:p>
            </p:txBody>
          </p:sp>
        </mc:Fallback>
      </mc:AlternateContent>
      <p:sp>
        <p:nvSpPr>
          <p:cNvPr id="6" name="Google Shape;884;p38">
            <a:extLst>
              <a:ext uri="{FF2B5EF4-FFF2-40B4-BE49-F238E27FC236}">
                <a16:creationId xmlns:a16="http://schemas.microsoft.com/office/drawing/2014/main" id="{6456B17D-344A-57C5-8E88-815FE62269AE}"/>
              </a:ext>
            </a:extLst>
          </p:cNvPr>
          <p:cNvSpPr txBox="1"/>
          <p:nvPr/>
        </p:nvSpPr>
        <p:spPr>
          <a:xfrm>
            <a:off x="1621357" y="2240608"/>
            <a:ext cx="5612561" cy="1643102"/>
          </a:xfrm>
          <a:prstGeom prst="rect">
            <a:avLst/>
          </a:prstGeom>
          <a:noFill/>
          <a:ln>
            <a:noFill/>
          </a:ln>
        </p:spPr>
        <p:txBody>
          <a:bodyPr spcFirstLastPara="1" wrap="square" lIns="91425" tIns="91425" rIns="91425" bIns="91425" anchor="t" anchorCtr="0">
            <a:noAutofit/>
          </a:bodyPr>
          <a:lstStyle/>
          <a:p>
            <a:pPr lvl="0" algn="just">
              <a:buClr>
                <a:schemeClr val="tx1"/>
              </a:buClr>
            </a:pPr>
            <a:r>
              <a:rPr lang="en-US" sz="1800" dirty="0">
                <a:solidFill>
                  <a:schemeClr val="accent2"/>
                </a:solidFill>
                <a:latin typeface="Jost"/>
                <a:ea typeface="Jost"/>
                <a:cs typeface="Jost"/>
                <a:sym typeface="Jost"/>
              </a:rPr>
              <a:t>Where, </a:t>
            </a:r>
          </a:p>
          <a:p>
            <a:pPr marL="285750" lvl="0" indent="-285750" algn="just">
              <a:buClr>
                <a:schemeClr val="tx1"/>
              </a:buClr>
              <a:buFont typeface="Arial" panose="020B0604020202020204" pitchFamily="34" charset="0"/>
              <a:buChar char="•"/>
            </a:pPr>
            <a:r>
              <a:rPr lang="en-US" sz="1800" dirty="0">
                <a:solidFill>
                  <a:schemeClr val="accent2"/>
                </a:solidFill>
                <a:latin typeface="Jost"/>
                <a:ea typeface="Jost"/>
                <a:cs typeface="Jost"/>
                <a:sym typeface="Jost"/>
              </a:rPr>
              <a:t>p1, p2, p3,…, </a:t>
            </a:r>
            <a:r>
              <a:rPr lang="en-US" sz="1800" dirty="0" err="1">
                <a:solidFill>
                  <a:schemeClr val="accent2"/>
                </a:solidFill>
                <a:latin typeface="Jost"/>
                <a:ea typeface="Jost"/>
                <a:cs typeface="Jost"/>
                <a:sym typeface="Jost"/>
              </a:rPr>
              <a:t>pn</a:t>
            </a:r>
            <a:r>
              <a:rPr lang="en-US" sz="1800" dirty="0">
                <a:solidFill>
                  <a:schemeClr val="accent2"/>
                </a:solidFill>
                <a:latin typeface="Jost"/>
                <a:ea typeface="Jost"/>
                <a:cs typeface="Jost"/>
                <a:sym typeface="Jost"/>
              </a:rPr>
              <a:t> are the pages </a:t>
            </a:r>
          </a:p>
          <a:p>
            <a:pPr marL="285750" lvl="0" indent="-285750" algn="just">
              <a:buClr>
                <a:schemeClr val="tx1"/>
              </a:buClr>
              <a:buFont typeface="Arial" panose="020B0604020202020204" pitchFamily="34" charset="0"/>
              <a:buChar char="•"/>
            </a:pPr>
            <a:r>
              <a:rPr lang="en-US" sz="1800" dirty="0">
                <a:solidFill>
                  <a:schemeClr val="accent2"/>
                </a:solidFill>
                <a:latin typeface="Jost"/>
                <a:ea typeface="Jost"/>
                <a:cs typeface="Jost"/>
                <a:sym typeface="Jost"/>
              </a:rPr>
              <a:t>M(pi) is the set of pages that links to pi </a:t>
            </a:r>
          </a:p>
          <a:p>
            <a:pPr marL="285750" lvl="0" indent="-285750" algn="just">
              <a:buClr>
                <a:schemeClr val="tx1"/>
              </a:buClr>
              <a:buFont typeface="Arial" panose="020B0604020202020204" pitchFamily="34" charset="0"/>
              <a:buChar char="•"/>
            </a:pPr>
            <a:r>
              <a:rPr lang="en-US" sz="1800" dirty="0">
                <a:solidFill>
                  <a:schemeClr val="accent2"/>
                </a:solidFill>
                <a:latin typeface="Jost"/>
                <a:ea typeface="Jost"/>
                <a:cs typeface="Jost"/>
                <a:sym typeface="Jost"/>
              </a:rPr>
              <a:t>L(pi) is the number of outgoing links on the page pi </a:t>
            </a:r>
          </a:p>
          <a:p>
            <a:pPr marL="285750" lvl="0" indent="-285750" algn="just">
              <a:buClr>
                <a:schemeClr val="tx1"/>
              </a:buClr>
              <a:buFont typeface="Arial" panose="020B0604020202020204" pitchFamily="34" charset="0"/>
              <a:buChar char="•"/>
            </a:pPr>
            <a:r>
              <a:rPr lang="en-US" sz="1800" dirty="0">
                <a:solidFill>
                  <a:schemeClr val="accent2"/>
                </a:solidFill>
                <a:latin typeface="Jost"/>
                <a:ea typeface="Jost"/>
                <a:cs typeface="Jost"/>
                <a:sym typeface="Jost"/>
              </a:rPr>
              <a:t>N is the total number of pages</a:t>
            </a:r>
          </a:p>
        </p:txBody>
      </p:sp>
    </p:spTree>
    <p:extLst>
      <p:ext uri="{BB962C8B-B14F-4D97-AF65-F5344CB8AC3E}">
        <p14:creationId xmlns:p14="http://schemas.microsoft.com/office/powerpoint/2010/main" val="123168706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grpSp>
        <p:nvGrpSpPr>
          <p:cNvPr id="927" name="Google Shape;927;p39"/>
          <p:cNvGrpSpPr/>
          <p:nvPr/>
        </p:nvGrpSpPr>
        <p:grpSpPr>
          <a:xfrm>
            <a:off x="3876526" y="4989123"/>
            <a:ext cx="1390947" cy="929576"/>
            <a:chOff x="715100" y="3009200"/>
            <a:chExt cx="2330675" cy="1557600"/>
          </a:xfrm>
        </p:grpSpPr>
        <p:sp>
          <p:nvSpPr>
            <p:cNvPr id="928" name="Google Shape;928;p39"/>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9"/>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0" name="Google Shape;930;p39"/>
          <p:cNvSpPr/>
          <p:nvPr/>
        </p:nvSpPr>
        <p:spPr>
          <a:xfrm>
            <a:off x="6956075" y="445025"/>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907;p39">
            <a:extLst>
              <a:ext uri="{FF2B5EF4-FFF2-40B4-BE49-F238E27FC236}">
                <a16:creationId xmlns:a16="http://schemas.microsoft.com/office/drawing/2014/main" id="{C4A9C434-A310-7EDA-FB2C-B26B0B29B749}"/>
              </a:ext>
            </a:extLst>
          </p:cNvPr>
          <p:cNvSpPr txBox="1">
            <a:spLocks/>
          </p:cNvSpPr>
          <p:nvPr/>
        </p:nvSpPr>
        <p:spPr>
          <a:xfrm>
            <a:off x="720000" y="445025"/>
            <a:ext cx="527360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700"/>
              <a:buFont typeface="Poppins SemiBold"/>
              <a:buNone/>
              <a:defRPr sz="37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N" sz="3000" dirty="0"/>
              <a:t>Page Rank Algorithm</a:t>
            </a:r>
          </a:p>
        </p:txBody>
      </p:sp>
      <p:sp>
        <p:nvSpPr>
          <p:cNvPr id="5" name="Google Shape;884;p38">
            <a:extLst>
              <a:ext uri="{FF2B5EF4-FFF2-40B4-BE49-F238E27FC236}">
                <a16:creationId xmlns:a16="http://schemas.microsoft.com/office/drawing/2014/main" id="{BD72406B-0A2E-9298-FB6B-F8DB667FC0F6}"/>
              </a:ext>
            </a:extLst>
          </p:cNvPr>
          <p:cNvSpPr txBox="1"/>
          <p:nvPr/>
        </p:nvSpPr>
        <p:spPr>
          <a:xfrm>
            <a:off x="720000" y="1527903"/>
            <a:ext cx="5076894" cy="3237693"/>
          </a:xfrm>
          <a:prstGeom prst="rect">
            <a:avLst/>
          </a:prstGeom>
          <a:noFill/>
          <a:ln>
            <a:noFill/>
          </a:ln>
        </p:spPr>
        <p:txBody>
          <a:bodyPr spcFirstLastPara="1" wrap="square" lIns="91425" tIns="91425" rIns="91425" bIns="91425" anchor="t" anchorCtr="0">
            <a:noAutofit/>
          </a:bodyPr>
          <a:lstStyle/>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The damping factor, d, is used to reduce the influence of random jumps, or “teleporting,” between pages. </a:t>
            </a:r>
          </a:p>
          <a:p>
            <a:pPr marL="285750" indent="-285750" algn="just">
              <a:buClr>
                <a:schemeClr val="tx1"/>
              </a:buClr>
              <a:buFont typeface="Arial" panose="020B0604020202020204" pitchFamily="34" charset="0"/>
              <a:buChar char="•"/>
            </a:pPr>
            <a:r>
              <a:rPr lang="en-US" dirty="0">
                <a:solidFill>
                  <a:schemeClr val="accent2"/>
                </a:solidFill>
                <a:latin typeface="Jost"/>
                <a:ea typeface="Jost"/>
                <a:cs typeface="Jost"/>
                <a:sym typeface="Jost"/>
              </a:rPr>
              <a:t>The damping factor is typically set to 0.85, which represents a tradeoffs between following links and reducing the influence of random jumps. </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The damping factor of 0.85 means that there is a 15% chance that a user will randomly stop clicking links and start a new search or visit a new website.</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In other words, it is used to ensure that the algorithm does not get stuck in an endless loop of following links from one page to another. </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The damping factor is important because there is no condition that webpages on the internet should be linked to one another.</a:t>
            </a:r>
          </a:p>
        </p:txBody>
      </p:sp>
      <p:sp>
        <p:nvSpPr>
          <p:cNvPr id="2" name="Google Shape;907;p39">
            <a:extLst>
              <a:ext uri="{FF2B5EF4-FFF2-40B4-BE49-F238E27FC236}">
                <a16:creationId xmlns:a16="http://schemas.microsoft.com/office/drawing/2014/main" id="{5C3C878C-AAF5-3C4D-1522-BE35EAF41B41}"/>
              </a:ext>
            </a:extLst>
          </p:cNvPr>
          <p:cNvSpPr txBox="1">
            <a:spLocks/>
          </p:cNvSpPr>
          <p:nvPr/>
        </p:nvSpPr>
        <p:spPr>
          <a:xfrm>
            <a:off x="720000" y="955204"/>
            <a:ext cx="527360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700"/>
              <a:buFont typeface="Poppins SemiBold"/>
              <a:buNone/>
              <a:defRPr sz="37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N" sz="2000" dirty="0">
                <a:solidFill>
                  <a:schemeClr val="tx2"/>
                </a:solidFill>
              </a:rPr>
              <a:t>Damping Factor</a:t>
            </a:r>
          </a:p>
        </p:txBody>
      </p:sp>
      <p:pic>
        <p:nvPicPr>
          <p:cNvPr id="7" name="Picture 6">
            <a:extLst>
              <a:ext uri="{FF2B5EF4-FFF2-40B4-BE49-F238E27FC236}">
                <a16:creationId xmlns:a16="http://schemas.microsoft.com/office/drawing/2014/main" id="{25E64568-EE7F-D875-0803-D537A688548A}"/>
              </a:ext>
            </a:extLst>
          </p:cNvPr>
          <p:cNvPicPr>
            <a:picLocks noChangeAspect="1"/>
          </p:cNvPicPr>
          <p:nvPr/>
        </p:nvPicPr>
        <p:blipFill>
          <a:blip r:embed="rId3"/>
          <a:stretch>
            <a:fillRect/>
          </a:stretch>
        </p:blipFill>
        <p:spPr>
          <a:xfrm>
            <a:off x="5925261" y="1561344"/>
            <a:ext cx="2602360" cy="1430817"/>
          </a:xfrm>
          <a:prstGeom prst="rect">
            <a:avLst/>
          </a:prstGeom>
        </p:spPr>
      </p:pic>
      <p:pic>
        <p:nvPicPr>
          <p:cNvPr id="2050" name="Picture 2" descr="PageRank 及衍生- 知乎">
            <a:extLst>
              <a:ext uri="{FF2B5EF4-FFF2-40B4-BE49-F238E27FC236}">
                <a16:creationId xmlns:a16="http://schemas.microsoft.com/office/drawing/2014/main" id="{E9F47186-2949-06C5-1856-909A3E4167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7811" y="3049300"/>
            <a:ext cx="1920027" cy="1480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64661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grpSp>
        <p:nvGrpSpPr>
          <p:cNvPr id="939" name="Google Shape;939;p40"/>
          <p:cNvGrpSpPr/>
          <p:nvPr/>
        </p:nvGrpSpPr>
        <p:grpSpPr>
          <a:xfrm>
            <a:off x="8070888" y="825261"/>
            <a:ext cx="1475345" cy="1442620"/>
            <a:chOff x="715101" y="1904704"/>
            <a:chExt cx="1667245" cy="1717200"/>
          </a:xfrm>
        </p:grpSpPr>
        <p:grpSp>
          <p:nvGrpSpPr>
            <p:cNvPr id="940" name="Google Shape;940;p40"/>
            <p:cNvGrpSpPr/>
            <p:nvPr/>
          </p:nvGrpSpPr>
          <p:grpSpPr>
            <a:xfrm>
              <a:off x="715101" y="1904704"/>
              <a:ext cx="833620" cy="1717200"/>
              <a:chOff x="715101" y="1904704"/>
              <a:chExt cx="833620" cy="1717200"/>
            </a:xfrm>
          </p:grpSpPr>
          <p:grpSp>
            <p:nvGrpSpPr>
              <p:cNvPr id="941" name="Google Shape;941;p40"/>
              <p:cNvGrpSpPr/>
              <p:nvPr/>
            </p:nvGrpSpPr>
            <p:grpSpPr>
              <a:xfrm rot="-5400000">
                <a:off x="64908" y="2554897"/>
                <a:ext cx="1717200" cy="416815"/>
                <a:chOff x="9397475" y="332800"/>
                <a:chExt cx="1717200" cy="404400"/>
              </a:xfrm>
            </p:grpSpPr>
            <p:sp>
              <p:nvSpPr>
                <p:cNvPr id="942" name="Google Shape;942;p40"/>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0"/>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0"/>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0"/>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6" name="Google Shape;946;p40"/>
              <p:cNvGrpSpPr/>
              <p:nvPr/>
            </p:nvGrpSpPr>
            <p:grpSpPr>
              <a:xfrm rot="-5400000">
                <a:off x="481713" y="2554897"/>
                <a:ext cx="1717200" cy="416815"/>
                <a:chOff x="9397475" y="332800"/>
                <a:chExt cx="1717200" cy="404400"/>
              </a:xfrm>
            </p:grpSpPr>
            <p:sp>
              <p:nvSpPr>
                <p:cNvPr id="947" name="Google Shape;947;p40"/>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0"/>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0"/>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0"/>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51" name="Google Shape;951;p40"/>
            <p:cNvGrpSpPr/>
            <p:nvPr/>
          </p:nvGrpSpPr>
          <p:grpSpPr>
            <a:xfrm>
              <a:off x="1548726" y="1904704"/>
              <a:ext cx="833620" cy="1717200"/>
              <a:chOff x="715101" y="1904704"/>
              <a:chExt cx="833620" cy="1717200"/>
            </a:xfrm>
          </p:grpSpPr>
          <p:grpSp>
            <p:nvGrpSpPr>
              <p:cNvPr id="952" name="Google Shape;952;p40"/>
              <p:cNvGrpSpPr/>
              <p:nvPr/>
            </p:nvGrpSpPr>
            <p:grpSpPr>
              <a:xfrm rot="-5400000">
                <a:off x="64908" y="2554897"/>
                <a:ext cx="1717200" cy="416815"/>
                <a:chOff x="9397475" y="332800"/>
                <a:chExt cx="1717200" cy="404400"/>
              </a:xfrm>
            </p:grpSpPr>
            <p:sp>
              <p:nvSpPr>
                <p:cNvPr id="953" name="Google Shape;953;p40"/>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0"/>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0"/>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0"/>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40"/>
              <p:cNvGrpSpPr/>
              <p:nvPr/>
            </p:nvGrpSpPr>
            <p:grpSpPr>
              <a:xfrm rot="-5400000">
                <a:off x="481713" y="2554897"/>
                <a:ext cx="1717200" cy="416815"/>
                <a:chOff x="9397475" y="332800"/>
                <a:chExt cx="1717200" cy="404400"/>
              </a:xfrm>
            </p:grpSpPr>
            <p:sp>
              <p:nvSpPr>
                <p:cNvPr id="958" name="Google Shape;958;p40"/>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0"/>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0"/>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0"/>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014" name="Google Shape;1014;p40"/>
          <p:cNvGrpSpPr/>
          <p:nvPr/>
        </p:nvGrpSpPr>
        <p:grpSpPr>
          <a:xfrm>
            <a:off x="-99040" y="2960838"/>
            <a:ext cx="1390947" cy="929576"/>
            <a:chOff x="715100" y="3009200"/>
            <a:chExt cx="2330675" cy="1557600"/>
          </a:xfrm>
        </p:grpSpPr>
        <p:sp>
          <p:nvSpPr>
            <p:cNvPr id="1015" name="Google Shape;1015;p40"/>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0"/>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7" name="Google Shape;1017;p40"/>
          <p:cNvGrpSpPr/>
          <p:nvPr/>
        </p:nvGrpSpPr>
        <p:grpSpPr>
          <a:xfrm>
            <a:off x="7775903" y="594104"/>
            <a:ext cx="591581" cy="557906"/>
            <a:chOff x="5608975" y="754475"/>
            <a:chExt cx="989100" cy="1086900"/>
          </a:xfrm>
        </p:grpSpPr>
        <p:sp>
          <p:nvSpPr>
            <p:cNvPr id="1018" name="Google Shape;1018;p40"/>
            <p:cNvSpPr/>
            <p:nvPr/>
          </p:nvSpPr>
          <p:spPr>
            <a:xfrm>
              <a:off x="5608975" y="754475"/>
              <a:ext cx="989100" cy="1086900"/>
            </a:xfrm>
            <a:prstGeom prst="star4">
              <a:avLst>
                <a:gd name="adj" fmla="val 10049"/>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0"/>
            <p:cNvSpPr/>
            <p:nvPr/>
          </p:nvSpPr>
          <p:spPr>
            <a:xfrm>
              <a:off x="6068125" y="1262675"/>
              <a:ext cx="70800" cy="7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0" name="Google Shape;1020;p40">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0">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0">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0">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07;p39">
            <a:extLst>
              <a:ext uri="{FF2B5EF4-FFF2-40B4-BE49-F238E27FC236}">
                <a16:creationId xmlns:a16="http://schemas.microsoft.com/office/drawing/2014/main" id="{DA524C7A-533D-AE3D-F0A6-919FD889722F}"/>
              </a:ext>
            </a:extLst>
          </p:cNvPr>
          <p:cNvSpPr txBox="1">
            <a:spLocks/>
          </p:cNvSpPr>
          <p:nvPr/>
        </p:nvSpPr>
        <p:spPr>
          <a:xfrm>
            <a:off x="720000" y="445025"/>
            <a:ext cx="527360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700"/>
              <a:buFont typeface="Poppins SemiBold"/>
              <a:buNone/>
              <a:defRPr sz="37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N" sz="3000" dirty="0"/>
              <a:t>Page Rank Algorithm</a:t>
            </a:r>
          </a:p>
        </p:txBody>
      </p:sp>
      <p:pic>
        <p:nvPicPr>
          <p:cNvPr id="22" name="Picture 21">
            <a:extLst>
              <a:ext uri="{FF2B5EF4-FFF2-40B4-BE49-F238E27FC236}">
                <a16:creationId xmlns:a16="http://schemas.microsoft.com/office/drawing/2014/main" id="{5E9C35C0-55B2-2D8C-CC02-A1521148F9FD}"/>
              </a:ext>
            </a:extLst>
          </p:cNvPr>
          <p:cNvPicPr>
            <a:picLocks noChangeAspect="1"/>
          </p:cNvPicPr>
          <p:nvPr/>
        </p:nvPicPr>
        <p:blipFill>
          <a:blip r:embed="rId3"/>
          <a:stretch>
            <a:fillRect/>
          </a:stretch>
        </p:blipFill>
        <p:spPr>
          <a:xfrm>
            <a:off x="2691858" y="1147551"/>
            <a:ext cx="3760283" cy="341409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grpSp>
        <p:nvGrpSpPr>
          <p:cNvPr id="939" name="Google Shape;939;p40"/>
          <p:cNvGrpSpPr/>
          <p:nvPr/>
        </p:nvGrpSpPr>
        <p:grpSpPr>
          <a:xfrm>
            <a:off x="8070888" y="825261"/>
            <a:ext cx="1475345" cy="1442620"/>
            <a:chOff x="715101" y="1904704"/>
            <a:chExt cx="1667245" cy="1717200"/>
          </a:xfrm>
        </p:grpSpPr>
        <p:grpSp>
          <p:nvGrpSpPr>
            <p:cNvPr id="940" name="Google Shape;940;p40"/>
            <p:cNvGrpSpPr/>
            <p:nvPr/>
          </p:nvGrpSpPr>
          <p:grpSpPr>
            <a:xfrm>
              <a:off x="715101" y="1904704"/>
              <a:ext cx="833620" cy="1717200"/>
              <a:chOff x="715101" y="1904704"/>
              <a:chExt cx="833620" cy="1717200"/>
            </a:xfrm>
          </p:grpSpPr>
          <p:grpSp>
            <p:nvGrpSpPr>
              <p:cNvPr id="941" name="Google Shape;941;p40"/>
              <p:cNvGrpSpPr/>
              <p:nvPr/>
            </p:nvGrpSpPr>
            <p:grpSpPr>
              <a:xfrm rot="-5400000">
                <a:off x="64908" y="2554897"/>
                <a:ext cx="1717200" cy="416815"/>
                <a:chOff x="9397475" y="332800"/>
                <a:chExt cx="1717200" cy="404400"/>
              </a:xfrm>
            </p:grpSpPr>
            <p:sp>
              <p:nvSpPr>
                <p:cNvPr id="942" name="Google Shape;942;p40"/>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0"/>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0"/>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0"/>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6" name="Google Shape;946;p40"/>
              <p:cNvGrpSpPr/>
              <p:nvPr/>
            </p:nvGrpSpPr>
            <p:grpSpPr>
              <a:xfrm rot="-5400000">
                <a:off x="481713" y="2554897"/>
                <a:ext cx="1717200" cy="416815"/>
                <a:chOff x="9397475" y="332800"/>
                <a:chExt cx="1717200" cy="404400"/>
              </a:xfrm>
            </p:grpSpPr>
            <p:sp>
              <p:nvSpPr>
                <p:cNvPr id="947" name="Google Shape;947;p40"/>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0"/>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0"/>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0"/>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51" name="Google Shape;951;p40"/>
            <p:cNvGrpSpPr/>
            <p:nvPr/>
          </p:nvGrpSpPr>
          <p:grpSpPr>
            <a:xfrm>
              <a:off x="1548726" y="1904704"/>
              <a:ext cx="833620" cy="1717200"/>
              <a:chOff x="715101" y="1904704"/>
              <a:chExt cx="833620" cy="1717200"/>
            </a:xfrm>
          </p:grpSpPr>
          <p:grpSp>
            <p:nvGrpSpPr>
              <p:cNvPr id="952" name="Google Shape;952;p40"/>
              <p:cNvGrpSpPr/>
              <p:nvPr/>
            </p:nvGrpSpPr>
            <p:grpSpPr>
              <a:xfrm rot="-5400000">
                <a:off x="64908" y="2554897"/>
                <a:ext cx="1717200" cy="416815"/>
                <a:chOff x="9397475" y="332800"/>
                <a:chExt cx="1717200" cy="404400"/>
              </a:xfrm>
            </p:grpSpPr>
            <p:sp>
              <p:nvSpPr>
                <p:cNvPr id="953" name="Google Shape;953;p40"/>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0"/>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0"/>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0"/>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40"/>
              <p:cNvGrpSpPr/>
              <p:nvPr/>
            </p:nvGrpSpPr>
            <p:grpSpPr>
              <a:xfrm rot="-5400000">
                <a:off x="481713" y="2554897"/>
                <a:ext cx="1717200" cy="416815"/>
                <a:chOff x="9397475" y="332800"/>
                <a:chExt cx="1717200" cy="404400"/>
              </a:xfrm>
            </p:grpSpPr>
            <p:sp>
              <p:nvSpPr>
                <p:cNvPr id="958" name="Google Shape;958;p40"/>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0"/>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0"/>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0"/>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014" name="Google Shape;1014;p40"/>
          <p:cNvGrpSpPr/>
          <p:nvPr/>
        </p:nvGrpSpPr>
        <p:grpSpPr>
          <a:xfrm>
            <a:off x="-99040" y="2960838"/>
            <a:ext cx="1390947" cy="929576"/>
            <a:chOff x="715100" y="3009200"/>
            <a:chExt cx="2330675" cy="1557600"/>
          </a:xfrm>
        </p:grpSpPr>
        <p:sp>
          <p:nvSpPr>
            <p:cNvPr id="1015" name="Google Shape;1015;p40"/>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0"/>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7" name="Google Shape;1017;p40"/>
          <p:cNvGrpSpPr/>
          <p:nvPr/>
        </p:nvGrpSpPr>
        <p:grpSpPr>
          <a:xfrm>
            <a:off x="7775903" y="594104"/>
            <a:ext cx="591581" cy="557906"/>
            <a:chOff x="5608975" y="754475"/>
            <a:chExt cx="989100" cy="1086900"/>
          </a:xfrm>
        </p:grpSpPr>
        <p:sp>
          <p:nvSpPr>
            <p:cNvPr id="1018" name="Google Shape;1018;p40"/>
            <p:cNvSpPr/>
            <p:nvPr/>
          </p:nvSpPr>
          <p:spPr>
            <a:xfrm>
              <a:off x="5608975" y="754475"/>
              <a:ext cx="989100" cy="1086900"/>
            </a:xfrm>
            <a:prstGeom prst="star4">
              <a:avLst>
                <a:gd name="adj" fmla="val 10049"/>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0"/>
            <p:cNvSpPr/>
            <p:nvPr/>
          </p:nvSpPr>
          <p:spPr>
            <a:xfrm>
              <a:off x="6068125" y="1262675"/>
              <a:ext cx="70800" cy="7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0" name="Google Shape;1020;p40">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0">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0">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0">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07;p39">
            <a:extLst>
              <a:ext uri="{FF2B5EF4-FFF2-40B4-BE49-F238E27FC236}">
                <a16:creationId xmlns:a16="http://schemas.microsoft.com/office/drawing/2014/main" id="{DA524C7A-533D-AE3D-F0A6-919FD889722F}"/>
              </a:ext>
            </a:extLst>
          </p:cNvPr>
          <p:cNvSpPr txBox="1">
            <a:spLocks/>
          </p:cNvSpPr>
          <p:nvPr/>
        </p:nvSpPr>
        <p:spPr>
          <a:xfrm>
            <a:off x="720000" y="445025"/>
            <a:ext cx="527360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700"/>
              <a:buFont typeface="Poppins SemiBold"/>
              <a:buNone/>
              <a:defRPr sz="37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N" sz="3000" dirty="0"/>
              <a:t>Page Rank Algorithm</a:t>
            </a:r>
          </a:p>
        </p:txBody>
      </p:sp>
      <p:pic>
        <p:nvPicPr>
          <p:cNvPr id="21" name="Picture 20">
            <a:extLst>
              <a:ext uri="{FF2B5EF4-FFF2-40B4-BE49-F238E27FC236}">
                <a16:creationId xmlns:a16="http://schemas.microsoft.com/office/drawing/2014/main" id="{457E4B56-8104-4494-56B5-8B7AED025AD4}"/>
              </a:ext>
            </a:extLst>
          </p:cNvPr>
          <p:cNvPicPr>
            <a:picLocks noChangeAspect="1"/>
          </p:cNvPicPr>
          <p:nvPr/>
        </p:nvPicPr>
        <p:blipFill rotWithShape="1">
          <a:blip r:embed="rId3"/>
          <a:srcRect l="7996" t="9097" r="9174" b="9363"/>
          <a:stretch/>
        </p:blipFill>
        <p:spPr>
          <a:xfrm>
            <a:off x="2763520" y="1149334"/>
            <a:ext cx="3616959" cy="3549141"/>
          </a:xfrm>
          <a:prstGeom prst="rect">
            <a:avLst/>
          </a:prstGeom>
        </p:spPr>
      </p:pic>
    </p:spTree>
    <p:extLst>
      <p:ext uri="{BB962C8B-B14F-4D97-AF65-F5344CB8AC3E}">
        <p14:creationId xmlns:p14="http://schemas.microsoft.com/office/powerpoint/2010/main" val="354928419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39"/>
          <p:cNvSpPr txBox="1">
            <a:spLocks noGrp="1"/>
          </p:cNvSpPr>
          <p:nvPr>
            <p:ph type="title"/>
          </p:nvPr>
        </p:nvSpPr>
        <p:spPr>
          <a:xfrm>
            <a:off x="720000" y="445025"/>
            <a:ext cx="39739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Markov’s Chain</a:t>
            </a:r>
            <a:endParaRPr dirty="0"/>
          </a:p>
        </p:txBody>
      </p:sp>
      <p:sp>
        <p:nvSpPr>
          <p:cNvPr id="930" name="Google Shape;930;p39"/>
          <p:cNvSpPr/>
          <p:nvPr/>
        </p:nvSpPr>
        <p:spPr>
          <a:xfrm>
            <a:off x="6956075" y="445025"/>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6" name="Picture 4" descr="Markov chain - Wikipedia">
            <a:extLst>
              <a:ext uri="{FF2B5EF4-FFF2-40B4-BE49-F238E27FC236}">
                <a16:creationId xmlns:a16="http://schemas.microsoft.com/office/drawing/2014/main" id="{FEC5836E-B7F7-CFE7-165E-407A6B5C5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1785" y="1235710"/>
            <a:ext cx="2672080" cy="2672080"/>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884;p38">
            <a:extLst>
              <a:ext uri="{FF2B5EF4-FFF2-40B4-BE49-F238E27FC236}">
                <a16:creationId xmlns:a16="http://schemas.microsoft.com/office/drawing/2014/main" id="{B357CAE7-024A-1544-3FEB-699319D1D499}"/>
              </a:ext>
            </a:extLst>
          </p:cNvPr>
          <p:cNvSpPr txBox="1"/>
          <p:nvPr/>
        </p:nvSpPr>
        <p:spPr>
          <a:xfrm>
            <a:off x="720000" y="1460782"/>
            <a:ext cx="4603840" cy="2447008"/>
          </a:xfrm>
          <a:prstGeom prst="rect">
            <a:avLst/>
          </a:prstGeom>
          <a:noFill/>
          <a:ln>
            <a:noFill/>
          </a:ln>
        </p:spPr>
        <p:txBody>
          <a:bodyPr spcFirstLastPara="1" wrap="square" lIns="91425" tIns="91425" rIns="91425" bIns="91425" anchor="t" anchorCtr="0">
            <a:noAutofit/>
          </a:bodyPr>
          <a:lstStyle/>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Markov Chain is a mathematical model that describes a sequence of events where each event is dependent only on the previous event. </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In other words, it's a probabilistic model that defines a sequence of states where the probability of moving from one state to another depends only on the current state.</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The PageRank of a web page can be calculated as the steady-state probability distribution of the Markov Chain.</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grpSp>
        <p:nvGrpSpPr>
          <p:cNvPr id="785" name="Google Shape;785;p37"/>
          <p:cNvGrpSpPr/>
          <p:nvPr/>
        </p:nvGrpSpPr>
        <p:grpSpPr>
          <a:xfrm>
            <a:off x="6711800" y="535002"/>
            <a:ext cx="1717200" cy="4481412"/>
            <a:chOff x="7091725" y="291542"/>
            <a:chExt cx="1717200" cy="4577541"/>
          </a:xfrm>
        </p:grpSpPr>
        <p:grpSp>
          <p:nvGrpSpPr>
            <p:cNvPr id="786" name="Google Shape;786;p37"/>
            <p:cNvGrpSpPr/>
            <p:nvPr/>
          </p:nvGrpSpPr>
          <p:grpSpPr>
            <a:xfrm>
              <a:off x="7091725" y="291542"/>
              <a:ext cx="1717200" cy="416047"/>
              <a:chOff x="9397475" y="332800"/>
              <a:chExt cx="1717200" cy="404400"/>
            </a:xfrm>
          </p:grpSpPr>
          <p:sp>
            <p:nvSpPr>
              <p:cNvPr id="787" name="Google Shape;78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 name="Google Shape;791;p37"/>
            <p:cNvGrpSpPr/>
            <p:nvPr/>
          </p:nvGrpSpPr>
          <p:grpSpPr>
            <a:xfrm>
              <a:off x="7091725" y="707598"/>
              <a:ext cx="1717200" cy="416047"/>
              <a:chOff x="9397475" y="332800"/>
              <a:chExt cx="1717200" cy="404400"/>
            </a:xfrm>
          </p:grpSpPr>
          <p:sp>
            <p:nvSpPr>
              <p:cNvPr id="792" name="Google Shape;79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 name="Google Shape;796;p37"/>
            <p:cNvGrpSpPr/>
            <p:nvPr/>
          </p:nvGrpSpPr>
          <p:grpSpPr>
            <a:xfrm>
              <a:off x="7091725" y="1123654"/>
              <a:ext cx="1717200" cy="416047"/>
              <a:chOff x="9397475" y="332800"/>
              <a:chExt cx="1717200" cy="404400"/>
            </a:xfrm>
          </p:grpSpPr>
          <p:sp>
            <p:nvSpPr>
              <p:cNvPr id="797" name="Google Shape;79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 name="Google Shape;801;p37"/>
            <p:cNvGrpSpPr/>
            <p:nvPr/>
          </p:nvGrpSpPr>
          <p:grpSpPr>
            <a:xfrm>
              <a:off x="7091725" y="1539710"/>
              <a:ext cx="1717200" cy="416047"/>
              <a:chOff x="9397475" y="332800"/>
              <a:chExt cx="1717200" cy="404400"/>
            </a:xfrm>
          </p:grpSpPr>
          <p:sp>
            <p:nvSpPr>
              <p:cNvPr id="802" name="Google Shape;80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 name="Google Shape;806;p37"/>
            <p:cNvGrpSpPr/>
            <p:nvPr/>
          </p:nvGrpSpPr>
          <p:grpSpPr>
            <a:xfrm>
              <a:off x="7091725" y="1955766"/>
              <a:ext cx="1717200" cy="416047"/>
              <a:chOff x="9397475" y="332800"/>
              <a:chExt cx="1717200" cy="404400"/>
            </a:xfrm>
          </p:grpSpPr>
          <p:sp>
            <p:nvSpPr>
              <p:cNvPr id="807" name="Google Shape;80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37"/>
            <p:cNvGrpSpPr/>
            <p:nvPr/>
          </p:nvGrpSpPr>
          <p:grpSpPr>
            <a:xfrm>
              <a:off x="7091725" y="2372140"/>
              <a:ext cx="1717200" cy="416047"/>
              <a:chOff x="9397475" y="332800"/>
              <a:chExt cx="1717200" cy="404400"/>
            </a:xfrm>
          </p:grpSpPr>
          <p:sp>
            <p:nvSpPr>
              <p:cNvPr id="812" name="Google Shape;81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37"/>
            <p:cNvGrpSpPr/>
            <p:nvPr/>
          </p:nvGrpSpPr>
          <p:grpSpPr>
            <a:xfrm>
              <a:off x="7091725" y="2788196"/>
              <a:ext cx="1717200" cy="416047"/>
              <a:chOff x="9397475" y="332800"/>
              <a:chExt cx="1717200" cy="404400"/>
            </a:xfrm>
          </p:grpSpPr>
          <p:sp>
            <p:nvSpPr>
              <p:cNvPr id="817" name="Google Shape;81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 name="Google Shape;821;p37"/>
            <p:cNvGrpSpPr/>
            <p:nvPr/>
          </p:nvGrpSpPr>
          <p:grpSpPr>
            <a:xfrm>
              <a:off x="7091725" y="3204252"/>
              <a:ext cx="1717200" cy="416047"/>
              <a:chOff x="9397475" y="332800"/>
              <a:chExt cx="1717200" cy="404400"/>
            </a:xfrm>
          </p:grpSpPr>
          <p:sp>
            <p:nvSpPr>
              <p:cNvPr id="822" name="Google Shape;82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37"/>
            <p:cNvGrpSpPr/>
            <p:nvPr/>
          </p:nvGrpSpPr>
          <p:grpSpPr>
            <a:xfrm>
              <a:off x="7091725" y="3620616"/>
              <a:ext cx="1717200" cy="416047"/>
              <a:chOff x="9397475" y="332800"/>
              <a:chExt cx="1717200" cy="404400"/>
            </a:xfrm>
          </p:grpSpPr>
          <p:sp>
            <p:nvSpPr>
              <p:cNvPr id="827" name="Google Shape;82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7"/>
            <p:cNvGrpSpPr/>
            <p:nvPr/>
          </p:nvGrpSpPr>
          <p:grpSpPr>
            <a:xfrm>
              <a:off x="7091725" y="4036672"/>
              <a:ext cx="1717200" cy="416047"/>
              <a:chOff x="9397475" y="332800"/>
              <a:chExt cx="1717200" cy="404400"/>
            </a:xfrm>
          </p:grpSpPr>
          <p:sp>
            <p:nvSpPr>
              <p:cNvPr id="832" name="Google Shape;83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37"/>
            <p:cNvGrpSpPr/>
            <p:nvPr/>
          </p:nvGrpSpPr>
          <p:grpSpPr>
            <a:xfrm>
              <a:off x="7091725" y="4453037"/>
              <a:ext cx="1717200" cy="416047"/>
              <a:chOff x="9397475" y="332800"/>
              <a:chExt cx="1717200" cy="404400"/>
            </a:xfrm>
          </p:grpSpPr>
          <p:sp>
            <p:nvSpPr>
              <p:cNvPr id="837" name="Google Shape;83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1" name="Google Shape;841;p37"/>
          <p:cNvSpPr/>
          <p:nvPr/>
        </p:nvSpPr>
        <p:spPr>
          <a:xfrm>
            <a:off x="1217675" y="1456250"/>
            <a:ext cx="2160900" cy="946200"/>
          </a:xfrm>
          <a:prstGeom prst="ellipse">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7"/>
          <p:cNvSpPr txBox="1">
            <a:spLocks noGrp="1"/>
          </p:cNvSpPr>
          <p:nvPr>
            <p:ph type="title" idx="2"/>
          </p:nvPr>
        </p:nvSpPr>
        <p:spPr>
          <a:xfrm>
            <a:off x="1391075" y="1628450"/>
            <a:ext cx="1814100" cy="6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843" name="Google Shape;843;p37"/>
          <p:cNvSpPr txBox="1">
            <a:spLocks noGrp="1"/>
          </p:cNvSpPr>
          <p:nvPr>
            <p:ph type="subTitle" idx="1"/>
          </p:nvPr>
        </p:nvSpPr>
        <p:spPr>
          <a:xfrm>
            <a:off x="1027025" y="3465750"/>
            <a:ext cx="3734400" cy="473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Try with an example</a:t>
            </a:r>
            <a:endParaRPr dirty="0"/>
          </a:p>
        </p:txBody>
      </p:sp>
      <p:sp>
        <p:nvSpPr>
          <p:cNvPr id="844" name="Google Shape;844;p37"/>
          <p:cNvSpPr txBox="1">
            <a:spLocks noGrp="1"/>
          </p:cNvSpPr>
          <p:nvPr>
            <p:ph type="title"/>
          </p:nvPr>
        </p:nvSpPr>
        <p:spPr>
          <a:xfrm>
            <a:off x="1027024" y="2513200"/>
            <a:ext cx="4621936"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Calculations</a:t>
            </a:r>
            <a:endParaRPr dirty="0"/>
          </a:p>
        </p:txBody>
      </p:sp>
      <p:sp>
        <p:nvSpPr>
          <p:cNvPr id="845" name="Google Shape;845;p37"/>
          <p:cNvSpPr/>
          <p:nvPr/>
        </p:nvSpPr>
        <p:spPr>
          <a:xfrm>
            <a:off x="6299182" y="1101482"/>
            <a:ext cx="946200" cy="946200"/>
          </a:xfrm>
          <a:prstGeom prst="star32">
            <a:avLst>
              <a:gd name="adj" fmla="val 29602"/>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6" name="Google Shape;846;p37"/>
          <p:cNvGrpSpPr/>
          <p:nvPr/>
        </p:nvGrpSpPr>
        <p:grpSpPr>
          <a:xfrm>
            <a:off x="5407866" y="2937784"/>
            <a:ext cx="1390947" cy="929576"/>
            <a:chOff x="715100" y="3009200"/>
            <a:chExt cx="2330675" cy="1557600"/>
          </a:xfrm>
        </p:grpSpPr>
        <p:sp>
          <p:nvSpPr>
            <p:cNvPr id="847" name="Google Shape;847;p37"/>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7"/>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9" name="Google Shape;849;p37">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7">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7">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7">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051358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41"/>
          <p:cNvSpPr txBox="1">
            <a:spLocks noGrp="1"/>
          </p:cNvSpPr>
          <p:nvPr>
            <p:ph type="title"/>
          </p:nvPr>
        </p:nvSpPr>
        <p:spPr>
          <a:xfrm>
            <a:off x="720000" y="445025"/>
            <a:ext cx="334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Calculations</a:t>
            </a:r>
            <a:endParaRPr dirty="0"/>
          </a:p>
        </p:txBody>
      </p:sp>
      <p:sp>
        <p:nvSpPr>
          <p:cNvPr id="1075" name="Google Shape;1075;p41"/>
          <p:cNvSpPr/>
          <p:nvPr/>
        </p:nvSpPr>
        <p:spPr>
          <a:xfrm>
            <a:off x="8052200" y="323075"/>
            <a:ext cx="753600" cy="753600"/>
          </a:xfrm>
          <a:prstGeom prst="star32">
            <a:avLst>
              <a:gd name="adj" fmla="val 1706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1">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1">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1">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1">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Picture 13">
            <a:extLst>
              <a:ext uri="{FF2B5EF4-FFF2-40B4-BE49-F238E27FC236}">
                <a16:creationId xmlns:a16="http://schemas.microsoft.com/office/drawing/2014/main" id="{A8A89054-14D7-3A52-0EAE-88E9BCFB6920}"/>
              </a:ext>
            </a:extLst>
          </p:cNvPr>
          <p:cNvPicPr>
            <a:picLocks noChangeAspect="1"/>
          </p:cNvPicPr>
          <p:nvPr/>
        </p:nvPicPr>
        <p:blipFill>
          <a:blip r:embed="rId3"/>
          <a:stretch>
            <a:fillRect/>
          </a:stretch>
        </p:blipFill>
        <p:spPr>
          <a:xfrm>
            <a:off x="754880" y="1192331"/>
            <a:ext cx="3893276" cy="3416201"/>
          </a:xfrm>
          <a:prstGeom prst="rect">
            <a:avLst/>
          </a:prstGeom>
          <a:ln>
            <a:noFill/>
          </a:ln>
        </p:spPr>
      </p:pic>
      <p:sp>
        <p:nvSpPr>
          <p:cNvPr id="15" name="Google Shape;884;p38">
            <a:extLst>
              <a:ext uri="{FF2B5EF4-FFF2-40B4-BE49-F238E27FC236}">
                <a16:creationId xmlns:a16="http://schemas.microsoft.com/office/drawing/2014/main" id="{550B98DF-187B-202E-C0FE-6E2CA0EF9938}"/>
              </a:ext>
            </a:extLst>
          </p:cNvPr>
          <p:cNvSpPr txBox="1"/>
          <p:nvPr/>
        </p:nvSpPr>
        <p:spPr>
          <a:xfrm>
            <a:off x="4815264" y="1713493"/>
            <a:ext cx="3893276" cy="1716513"/>
          </a:xfrm>
          <a:prstGeom prst="rect">
            <a:avLst/>
          </a:prstGeom>
          <a:noFill/>
          <a:ln>
            <a:noFill/>
          </a:ln>
        </p:spPr>
        <p:txBody>
          <a:bodyPr spcFirstLastPara="1" wrap="square" lIns="91425" tIns="91425" rIns="91425" bIns="91425" anchor="t" anchorCtr="0">
            <a:noAutofit/>
          </a:bodyPr>
          <a:lstStyle/>
          <a:p>
            <a:pPr lvl="0" algn="just" rtl="0">
              <a:spcBef>
                <a:spcPts val="0"/>
              </a:spcBef>
              <a:spcAft>
                <a:spcPts val="0"/>
              </a:spcAft>
              <a:buClr>
                <a:schemeClr val="tx1"/>
              </a:buClr>
            </a:pPr>
            <a:r>
              <a:rPr lang="en-US" dirty="0">
                <a:solidFill>
                  <a:schemeClr val="accent2"/>
                </a:solidFill>
                <a:latin typeface="Jost"/>
                <a:ea typeface="Jost"/>
                <a:cs typeface="Jost"/>
                <a:sym typeface="Jost"/>
              </a:rPr>
              <a:t>Assume there are only 5 pages on the Internet (A, B, C, D, E), •	</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Page A links to E, B, D •	</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Page B links to C, D, E •	</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Page C doesn't link to any page •	</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Page D links to C •	</a:t>
            </a:r>
          </a:p>
          <a:p>
            <a:pPr marL="285750" lvl="0" indent="-285750" algn="just" rtl="0">
              <a:spcBef>
                <a:spcPts val="0"/>
              </a:spcBef>
              <a:spcAft>
                <a:spcPts val="0"/>
              </a:spcAft>
              <a:buClr>
                <a:schemeClr val="tx1"/>
              </a:buClr>
              <a:buFont typeface="Arial" panose="020B0604020202020204" pitchFamily="34" charset="0"/>
              <a:buChar char="•"/>
            </a:pPr>
            <a:r>
              <a:rPr lang="en-US" dirty="0">
                <a:solidFill>
                  <a:schemeClr val="accent2"/>
                </a:solidFill>
                <a:latin typeface="Jost"/>
                <a:ea typeface="Jost"/>
                <a:cs typeface="Jost"/>
                <a:sym typeface="Jost"/>
              </a:rPr>
              <a:t>Page E links to A, D</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171" name="Google Shape;1171;p43">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3">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3">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3">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5" name="Google Shape;1175;p43"/>
          <p:cNvGrpSpPr/>
          <p:nvPr/>
        </p:nvGrpSpPr>
        <p:grpSpPr>
          <a:xfrm>
            <a:off x="6603511" y="-429607"/>
            <a:ext cx="1475345" cy="1442620"/>
            <a:chOff x="715101" y="1904704"/>
            <a:chExt cx="1667245" cy="1717200"/>
          </a:xfrm>
        </p:grpSpPr>
        <p:grpSp>
          <p:nvGrpSpPr>
            <p:cNvPr id="1176" name="Google Shape;1176;p43"/>
            <p:cNvGrpSpPr/>
            <p:nvPr/>
          </p:nvGrpSpPr>
          <p:grpSpPr>
            <a:xfrm>
              <a:off x="715101" y="1904704"/>
              <a:ext cx="833620" cy="1717200"/>
              <a:chOff x="715101" y="1904704"/>
              <a:chExt cx="833620" cy="1717200"/>
            </a:xfrm>
          </p:grpSpPr>
          <p:grpSp>
            <p:nvGrpSpPr>
              <p:cNvPr id="1177" name="Google Shape;1177;p43"/>
              <p:cNvGrpSpPr/>
              <p:nvPr/>
            </p:nvGrpSpPr>
            <p:grpSpPr>
              <a:xfrm rot="-5400000">
                <a:off x="64908" y="2554897"/>
                <a:ext cx="1717200" cy="416815"/>
                <a:chOff x="9397475" y="332800"/>
                <a:chExt cx="1717200" cy="404400"/>
              </a:xfrm>
            </p:grpSpPr>
            <p:sp>
              <p:nvSpPr>
                <p:cNvPr id="1178" name="Google Shape;1178;p43"/>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3"/>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3"/>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3"/>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 name="Google Shape;1182;p43"/>
              <p:cNvGrpSpPr/>
              <p:nvPr/>
            </p:nvGrpSpPr>
            <p:grpSpPr>
              <a:xfrm rot="-5400000">
                <a:off x="481713" y="2554897"/>
                <a:ext cx="1717200" cy="416815"/>
                <a:chOff x="9397475" y="332800"/>
                <a:chExt cx="1717200" cy="404400"/>
              </a:xfrm>
            </p:grpSpPr>
            <p:sp>
              <p:nvSpPr>
                <p:cNvPr id="1183" name="Google Shape;1183;p43"/>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3"/>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3"/>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3"/>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87" name="Google Shape;1187;p43"/>
            <p:cNvGrpSpPr/>
            <p:nvPr/>
          </p:nvGrpSpPr>
          <p:grpSpPr>
            <a:xfrm>
              <a:off x="1548726" y="1904704"/>
              <a:ext cx="833620" cy="1717200"/>
              <a:chOff x="715101" y="1904704"/>
              <a:chExt cx="833620" cy="1717200"/>
            </a:xfrm>
          </p:grpSpPr>
          <p:grpSp>
            <p:nvGrpSpPr>
              <p:cNvPr id="1188" name="Google Shape;1188;p43"/>
              <p:cNvGrpSpPr/>
              <p:nvPr/>
            </p:nvGrpSpPr>
            <p:grpSpPr>
              <a:xfrm rot="-5400000">
                <a:off x="64908" y="2554897"/>
                <a:ext cx="1717200" cy="416815"/>
                <a:chOff x="9397475" y="332800"/>
                <a:chExt cx="1717200" cy="404400"/>
              </a:xfrm>
            </p:grpSpPr>
            <p:sp>
              <p:nvSpPr>
                <p:cNvPr id="1189" name="Google Shape;1189;p43"/>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3"/>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3"/>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3"/>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3" name="Google Shape;1193;p43"/>
              <p:cNvGrpSpPr/>
              <p:nvPr/>
            </p:nvGrpSpPr>
            <p:grpSpPr>
              <a:xfrm rot="-5400000">
                <a:off x="481713" y="2554897"/>
                <a:ext cx="1717200" cy="416815"/>
                <a:chOff x="9397475" y="332800"/>
                <a:chExt cx="1717200" cy="404400"/>
              </a:xfrm>
            </p:grpSpPr>
            <p:sp>
              <p:nvSpPr>
                <p:cNvPr id="1194" name="Google Shape;1194;p43"/>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3"/>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3"/>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3"/>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 name="Google Shape;1028;p41">
            <a:extLst>
              <a:ext uri="{FF2B5EF4-FFF2-40B4-BE49-F238E27FC236}">
                <a16:creationId xmlns:a16="http://schemas.microsoft.com/office/drawing/2014/main" id="{E6D9F81F-5761-C022-E511-5AF4B26A48B4}"/>
              </a:ext>
            </a:extLst>
          </p:cNvPr>
          <p:cNvSpPr txBox="1">
            <a:spLocks noGrp="1"/>
          </p:cNvSpPr>
          <p:nvPr>
            <p:ph type="title"/>
          </p:nvPr>
        </p:nvSpPr>
        <p:spPr>
          <a:xfrm>
            <a:off x="720000" y="445025"/>
            <a:ext cx="334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Calculations</a:t>
            </a:r>
            <a:endParaRPr dirty="0"/>
          </a:p>
        </p:txBody>
      </p:sp>
      <mc:AlternateContent xmlns:mc="http://schemas.openxmlformats.org/markup-compatibility/2006" xmlns:a14="http://schemas.microsoft.com/office/drawing/2010/main">
        <mc:Choice Requires="a14">
          <p:sp>
            <p:nvSpPr>
              <p:cNvPr id="5" name="Google Shape;884;p38">
                <a:extLst>
                  <a:ext uri="{FF2B5EF4-FFF2-40B4-BE49-F238E27FC236}">
                    <a16:creationId xmlns:a16="http://schemas.microsoft.com/office/drawing/2014/main" id="{627D9BA6-2095-51ED-F7A1-83AEDC88279E}"/>
                  </a:ext>
                </a:extLst>
              </p:cNvPr>
              <p:cNvSpPr txBox="1"/>
              <p:nvPr/>
            </p:nvSpPr>
            <p:spPr>
              <a:xfrm>
                <a:off x="1182801" y="1226316"/>
                <a:ext cx="2418398" cy="2690867"/>
              </a:xfrm>
              <a:prstGeom prst="rect">
                <a:avLst/>
              </a:prstGeom>
              <a:noFill/>
              <a:ln>
                <a:noFill/>
              </a:ln>
            </p:spPr>
            <p:txBody>
              <a:bodyPr spcFirstLastPara="1" wrap="square" lIns="91425" tIns="91425" rIns="91425" bIns="91425" anchor="t" anchorCtr="0">
                <a:noAutofit/>
              </a:bodyPr>
              <a:lstStyle/>
              <a:p>
                <a:pPr marL="228600" indent="-228600" algn="ctr">
                  <a:lnSpc>
                    <a:spcPct val="107000"/>
                  </a:lnSpc>
                  <a:spcAft>
                    <a:spcPts val="800"/>
                  </a:spcAft>
                  <a:tabLst>
                    <a:tab pos="228600" algn="l"/>
                    <a:tab pos="457200" algn="l"/>
                  </a:tabLst>
                </a:pPr>
                <a:r>
                  <a:rPr lang="en-US" sz="1800" dirty="0">
                    <a:effectLst/>
                    <a:latin typeface="Times New Roman" panose="02020603050405020304" pitchFamily="18" charset="0"/>
                    <a:ea typeface="Calibri" panose="020F0502020204030204" pitchFamily="34" charset="0"/>
                    <a:cs typeface="Latha" panose="020B0604020202020204" pitchFamily="34" charset="0"/>
                  </a:rPr>
                  <a:t>A=</a:t>
                </a:r>
                <a14:m>
                  <m:oMath xmlns:m="http://schemas.openxmlformats.org/officeDocument/2006/math">
                    <m:d>
                      <m:dPr>
                        <m:begChr m:val="["/>
                        <m:endChr m:val="]"/>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dPr>
                      <m:e>
                        <m:m>
                          <m:mPr>
                            <m:mcs>
                              <m:mc>
                                <m:mcPr>
                                  <m:count m:val="5"/>
                                  <m:mcJc m:val="center"/>
                                </m:mcPr>
                              </m:mc>
                            </m:mcs>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mPr>
                          <m:mr>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den>
                              </m:f>
                            </m:e>
                          </m:mr>
                          <m:mr>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den>
                              </m:f>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mr>
                          <m:mr>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den>
                              </m:f>
                            </m:e>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e>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mr>
                          <m:mr>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den>
                              </m:f>
                            </m:e>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den>
                              </m:f>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den>
                              </m:f>
                            </m:e>
                          </m:mr>
                          <m:mr>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den>
                              </m:f>
                            </m:e>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den>
                              </m:f>
                            </m:e>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mr>
                        </m:m>
                      </m:e>
                    </m:d>
                  </m:oMath>
                </a14:m>
                <a:endParaRPr lang="en-IN" sz="1800" dirty="0">
                  <a:effectLst/>
                  <a:latin typeface="Calibri" panose="020F0502020204030204" pitchFamily="34" charset="0"/>
                  <a:ea typeface="Calibri" panose="020F0502020204030204" pitchFamily="34" charset="0"/>
                  <a:cs typeface="Latha" panose="020B0604020202020204" pitchFamily="34" charset="0"/>
                </a:endParaRPr>
              </a:p>
            </p:txBody>
          </p:sp>
        </mc:Choice>
        <mc:Fallback xmlns="">
          <p:sp>
            <p:nvSpPr>
              <p:cNvPr id="5" name="Google Shape;884;p38">
                <a:extLst>
                  <a:ext uri="{FF2B5EF4-FFF2-40B4-BE49-F238E27FC236}">
                    <a16:creationId xmlns:a16="http://schemas.microsoft.com/office/drawing/2014/main" id="{627D9BA6-2095-51ED-F7A1-83AEDC88279E}"/>
                  </a:ext>
                </a:extLst>
              </p:cNvPr>
              <p:cNvSpPr txBox="1">
                <a:spLocks noRot="1" noChangeAspect="1" noMove="1" noResize="1" noEditPoints="1" noAdjustHandles="1" noChangeArrowheads="1" noChangeShapeType="1" noTextEdit="1"/>
              </p:cNvSpPr>
              <p:nvPr/>
            </p:nvSpPr>
            <p:spPr>
              <a:xfrm>
                <a:off x="1182801" y="1226316"/>
                <a:ext cx="2418398" cy="2690867"/>
              </a:xfrm>
              <a:prstGeom prst="rect">
                <a:avLst/>
              </a:prstGeom>
              <a:blipFill>
                <a:blip r:embed="rId3"/>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Google Shape;884;p38">
                <a:extLst>
                  <a:ext uri="{FF2B5EF4-FFF2-40B4-BE49-F238E27FC236}">
                    <a16:creationId xmlns:a16="http://schemas.microsoft.com/office/drawing/2014/main" id="{9B199EE3-6125-5FF6-E6D5-7A332D017D47}"/>
                  </a:ext>
                </a:extLst>
              </p:cNvPr>
              <p:cNvSpPr txBox="1"/>
              <p:nvPr/>
            </p:nvSpPr>
            <p:spPr>
              <a:xfrm>
                <a:off x="3799637" y="1401827"/>
                <a:ext cx="772363" cy="2339844"/>
              </a:xfrm>
              <a:prstGeom prst="rect">
                <a:avLst/>
              </a:prstGeom>
              <a:noFill/>
              <a:ln>
                <a:noFill/>
              </a:ln>
            </p:spPr>
            <p:txBody>
              <a:bodyPr spcFirstLastPara="1" wrap="square" lIns="91425" tIns="91425" rIns="91425" bIns="91425" anchor="t" anchorCtr="0">
                <a:noAutofit/>
              </a:bodyPr>
              <a:lstStyle/>
              <a:p>
                <a:r>
                  <a:rPr lang="en-US" sz="1800" dirty="0"/>
                  <a:t>x=</a:t>
                </a:r>
                <a14:m>
                  <m:oMath xmlns:m="http://schemas.openxmlformats.org/officeDocument/2006/math">
                    <m:d>
                      <m:dPr>
                        <m:begChr m:val="["/>
                        <m:endChr m:val="]"/>
                        <m:ctrlPr>
                          <a:rPr lang="en-IN" sz="1800" i="1">
                            <a:latin typeface="Cambria Math" panose="02040503050406030204" pitchFamily="18" charset="0"/>
                          </a:rPr>
                        </m:ctrlPr>
                      </m:dPr>
                      <m:e>
                        <m:m>
                          <m:mPr>
                            <m:mcs>
                              <m:mc>
                                <m:mcPr>
                                  <m:count m:val="1"/>
                                  <m:mcJc m:val="center"/>
                                </m:mcPr>
                              </m:mc>
                            </m:mcs>
                            <m:ctrlPr>
                              <a:rPr lang="en-IN" sz="1800" i="1">
                                <a:latin typeface="Cambria Math" panose="02040503050406030204" pitchFamily="18" charset="0"/>
                              </a:rPr>
                            </m:ctrlPr>
                          </m:mPr>
                          <m:mr>
                            <m:e>
                              <m:f>
                                <m:fPr>
                                  <m:ctrlPr>
                                    <a:rPr lang="en-IN"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5</m:t>
                                  </m:r>
                                </m:den>
                              </m:f>
                            </m:e>
                          </m:mr>
                          <m:mr>
                            <m:e>
                              <m:f>
                                <m:fPr>
                                  <m:ctrlPr>
                                    <a:rPr lang="en-IN"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5</m:t>
                                  </m:r>
                                </m:den>
                              </m:f>
                            </m:e>
                          </m:mr>
                          <m:mr>
                            <m:e>
                              <m:f>
                                <m:fPr>
                                  <m:ctrlPr>
                                    <a:rPr lang="en-IN"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5</m:t>
                                  </m:r>
                                </m:den>
                              </m:f>
                            </m:e>
                          </m:mr>
                          <m:mr>
                            <m:e>
                              <m:f>
                                <m:fPr>
                                  <m:ctrlPr>
                                    <a:rPr lang="en-IN"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5</m:t>
                                  </m:r>
                                </m:den>
                              </m:f>
                            </m:e>
                          </m:mr>
                          <m:mr>
                            <m:e>
                              <m:f>
                                <m:fPr>
                                  <m:ctrlPr>
                                    <a:rPr lang="en-IN"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5</m:t>
                                  </m:r>
                                </m:den>
                              </m:f>
                            </m:e>
                          </m:mr>
                        </m:m>
                      </m:e>
                    </m:d>
                  </m:oMath>
                </a14:m>
                <a:endParaRPr lang="en-IN" sz="1800" dirty="0"/>
              </a:p>
            </p:txBody>
          </p:sp>
        </mc:Choice>
        <mc:Fallback xmlns="">
          <p:sp>
            <p:nvSpPr>
              <p:cNvPr id="6" name="Google Shape;884;p38">
                <a:extLst>
                  <a:ext uri="{FF2B5EF4-FFF2-40B4-BE49-F238E27FC236}">
                    <a16:creationId xmlns:a16="http://schemas.microsoft.com/office/drawing/2014/main" id="{9B199EE3-6125-5FF6-E6D5-7A332D017D47}"/>
                  </a:ext>
                </a:extLst>
              </p:cNvPr>
              <p:cNvSpPr txBox="1">
                <a:spLocks noRot="1" noChangeAspect="1" noMove="1" noResize="1" noEditPoints="1" noAdjustHandles="1" noChangeArrowheads="1" noChangeShapeType="1" noTextEdit="1"/>
              </p:cNvSpPr>
              <p:nvPr/>
            </p:nvSpPr>
            <p:spPr>
              <a:xfrm>
                <a:off x="3799637" y="1401827"/>
                <a:ext cx="772363" cy="2339844"/>
              </a:xfrm>
              <a:prstGeom prst="rect">
                <a:avLst/>
              </a:prstGeom>
              <a:blipFill>
                <a:blip r:embed="rId4"/>
                <a:stretch>
                  <a:fillRect l="-6299"/>
                </a:stretch>
              </a:blipFill>
              <a:ln>
                <a:noFill/>
              </a:ln>
            </p:spPr>
            <p:txBody>
              <a:bodyPr/>
              <a:lstStyle/>
              <a:p>
                <a:r>
                  <a:rPr lang="en-IN">
                    <a:noFill/>
                  </a:rPr>
                  <a:t> </a:t>
                </a:r>
              </a:p>
            </p:txBody>
          </p:sp>
        </mc:Fallback>
      </mc:AlternateContent>
      <p:sp>
        <p:nvSpPr>
          <p:cNvPr id="18" name="Google Shape;884;p38">
            <a:extLst>
              <a:ext uri="{FF2B5EF4-FFF2-40B4-BE49-F238E27FC236}">
                <a16:creationId xmlns:a16="http://schemas.microsoft.com/office/drawing/2014/main" id="{E20FC41E-A316-C23F-F0D1-6C0754706CBF}"/>
              </a:ext>
            </a:extLst>
          </p:cNvPr>
          <p:cNvSpPr txBox="1"/>
          <p:nvPr/>
        </p:nvSpPr>
        <p:spPr>
          <a:xfrm>
            <a:off x="4841291" y="1401826"/>
            <a:ext cx="3893276" cy="2846049"/>
          </a:xfrm>
          <a:prstGeom prst="rect">
            <a:avLst/>
          </a:prstGeom>
          <a:noFill/>
          <a:ln>
            <a:noFill/>
          </a:ln>
        </p:spPr>
        <p:txBody>
          <a:bodyPr spcFirstLastPara="1" wrap="square" lIns="91425" tIns="91425" rIns="91425" bIns="91425" anchor="t" anchorCtr="0">
            <a:noAutofit/>
          </a:bodyPr>
          <a:lstStyle/>
          <a:p>
            <a:pPr lvl="0" algn="just" rtl="0">
              <a:spcBef>
                <a:spcPts val="0"/>
              </a:spcBef>
              <a:spcAft>
                <a:spcPts val="0"/>
              </a:spcAft>
              <a:buClr>
                <a:schemeClr val="tx1"/>
              </a:buClr>
            </a:pPr>
            <a:r>
              <a:rPr lang="en-US" sz="1600" dirty="0">
                <a:solidFill>
                  <a:schemeClr val="accent2">
                    <a:lumMod val="75000"/>
                  </a:schemeClr>
                </a:solidFill>
                <a:latin typeface="Jost" panose="020B0604020202020204" charset="0"/>
                <a:ea typeface="Jost" panose="020B0604020202020204" charset="0"/>
                <a:cs typeface="Jost"/>
                <a:sym typeface="Jost"/>
              </a:rPr>
              <a:t>If the iterations continue for n times, the matrix converges to same value.</a:t>
            </a:r>
          </a:p>
          <a:p>
            <a:pPr lvl="0" algn="just" rtl="0">
              <a:spcBef>
                <a:spcPts val="0"/>
              </a:spcBef>
              <a:spcAft>
                <a:spcPts val="0"/>
              </a:spcAft>
              <a:buClr>
                <a:schemeClr val="tx1"/>
              </a:buClr>
            </a:pPr>
            <a:endParaRPr lang="en-US" sz="1600" dirty="0">
              <a:solidFill>
                <a:schemeClr val="accent2">
                  <a:lumMod val="75000"/>
                </a:schemeClr>
              </a:solidFill>
              <a:latin typeface="Jost" panose="020B0604020202020204" charset="0"/>
              <a:ea typeface="Jost" panose="020B0604020202020204" charset="0"/>
              <a:cs typeface="Jost"/>
              <a:sym typeface="Jost"/>
            </a:endParaRPr>
          </a:p>
          <a:p>
            <a:pPr lvl="0" algn="just" rtl="0">
              <a:spcBef>
                <a:spcPts val="0"/>
              </a:spcBef>
              <a:spcAft>
                <a:spcPts val="0"/>
              </a:spcAft>
              <a:buClr>
                <a:schemeClr val="tx1"/>
              </a:buClr>
            </a:pPr>
            <a:r>
              <a:rPr lang="en-US" sz="1600" dirty="0">
                <a:solidFill>
                  <a:schemeClr val="accent2">
                    <a:lumMod val="75000"/>
                  </a:schemeClr>
                </a:solidFill>
                <a:latin typeface="Jost" panose="020B0604020202020204" charset="0"/>
                <a:ea typeface="Jost" panose="020B0604020202020204" charset="0"/>
                <a:cs typeface="Jost"/>
                <a:sym typeface="Jost"/>
              </a:rPr>
              <a:t>Therefore, </a:t>
            </a:r>
          </a:p>
          <a:p>
            <a:pPr lvl="0" algn="just" rtl="0">
              <a:spcBef>
                <a:spcPts val="0"/>
              </a:spcBef>
              <a:spcAft>
                <a:spcPts val="0"/>
              </a:spcAft>
              <a:buClr>
                <a:schemeClr val="tx1"/>
              </a:buClr>
            </a:pPr>
            <a:r>
              <a:rPr lang="en-US" sz="1600" dirty="0">
                <a:solidFill>
                  <a:schemeClr val="accent2">
                    <a:lumMod val="75000"/>
                  </a:schemeClr>
                </a:solidFill>
                <a:latin typeface="Jost" panose="020B0604020202020204" charset="0"/>
                <a:ea typeface="Jost" panose="020B0604020202020204" charset="0"/>
                <a:cs typeface="Jost"/>
                <a:sym typeface="Jost"/>
              </a:rPr>
              <a:t>xn+1=A*</a:t>
            </a:r>
            <a:r>
              <a:rPr lang="en-US" sz="1600" dirty="0" err="1">
                <a:solidFill>
                  <a:schemeClr val="accent2">
                    <a:lumMod val="75000"/>
                  </a:schemeClr>
                </a:solidFill>
                <a:latin typeface="Jost" panose="020B0604020202020204" charset="0"/>
                <a:ea typeface="Jost" panose="020B0604020202020204" charset="0"/>
                <a:cs typeface="Jost"/>
                <a:sym typeface="Jost"/>
              </a:rPr>
              <a:t>xn</a:t>
            </a:r>
            <a:r>
              <a:rPr lang="en-US" sz="1600" dirty="0">
                <a:solidFill>
                  <a:schemeClr val="accent2">
                    <a:lumMod val="75000"/>
                  </a:schemeClr>
                </a:solidFill>
                <a:latin typeface="Jost" panose="020B0604020202020204" charset="0"/>
                <a:ea typeface="Jost" panose="020B0604020202020204" charset="0"/>
                <a:cs typeface="Jost"/>
                <a:sym typeface="Jost"/>
              </a:rPr>
              <a:t> </a:t>
            </a:r>
          </a:p>
          <a:p>
            <a:pPr lvl="0" algn="just" rtl="0">
              <a:spcBef>
                <a:spcPts val="0"/>
              </a:spcBef>
              <a:spcAft>
                <a:spcPts val="0"/>
              </a:spcAft>
              <a:buClr>
                <a:schemeClr val="tx1"/>
              </a:buClr>
            </a:pPr>
            <a:endParaRPr lang="en-US" sz="1600" dirty="0">
              <a:solidFill>
                <a:schemeClr val="accent2">
                  <a:lumMod val="75000"/>
                </a:schemeClr>
              </a:solidFill>
              <a:latin typeface="Jost" panose="020B0604020202020204" charset="0"/>
              <a:ea typeface="Jost" panose="020B0604020202020204" charset="0"/>
              <a:cs typeface="Jost"/>
              <a:sym typeface="Jost"/>
            </a:endParaRPr>
          </a:p>
          <a:p>
            <a:pPr lvl="0" algn="just" rtl="0">
              <a:spcBef>
                <a:spcPts val="0"/>
              </a:spcBef>
              <a:spcAft>
                <a:spcPts val="0"/>
              </a:spcAft>
              <a:buClr>
                <a:schemeClr val="tx1"/>
              </a:buClr>
            </a:pPr>
            <a:r>
              <a:rPr lang="en-US" sz="1600" dirty="0">
                <a:solidFill>
                  <a:schemeClr val="accent2">
                    <a:lumMod val="75000"/>
                  </a:schemeClr>
                </a:solidFill>
                <a:latin typeface="Jost" panose="020B0604020202020204" charset="0"/>
                <a:ea typeface="Jost" panose="020B0604020202020204" charset="0"/>
                <a:cs typeface="Jost"/>
                <a:sym typeface="Jost"/>
              </a:rPr>
              <a:t>This Equation is of the form,</a:t>
            </a:r>
          </a:p>
          <a:p>
            <a:pPr algn="just">
              <a:buClr>
                <a:schemeClr val="tx1"/>
              </a:buClr>
            </a:pPr>
            <a:r>
              <a:rPr lang="en-US" sz="1600" dirty="0" err="1">
                <a:solidFill>
                  <a:schemeClr val="accent2">
                    <a:lumMod val="75000"/>
                  </a:schemeClr>
                </a:solidFill>
                <a:effectLst/>
                <a:latin typeface="Jost" panose="020B0604020202020204" charset="0"/>
                <a:ea typeface="Jost" panose="020B0604020202020204" charset="0"/>
                <a:cs typeface="Latha" panose="020B0604020202020204" pitchFamily="34" charset="0"/>
              </a:rPr>
              <a:t>A.x</a:t>
            </a:r>
            <a:r>
              <a:rPr lang="en-US" sz="1600" dirty="0">
                <a:solidFill>
                  <a:schemeClr val="accent2">
                    <a:lumMod val="75000"/>
                  </a:schemeClr>
                </a:solidFill>
                <a:effectLst/>
                <a:latin typeface="Jost" panose="020B0604020202020204" charset="0"/>
                <a:ea typeface="Jost" panose="020B0604020202020204" charset="0"/>
                <a:cs typeface="Latha" panose="020B0604020202020204" pitchFamily="34" charset="0"/>
              </a:rPr>
              <a:t>= </a:t>
            </a:r>
            <a:r>
              <a:rPr lang="en-US" sz="1600" dirty="0" err="1">
                <a:solidFill>
                  <a:schemeClr val="accent2">
                    <a:lumMod val="75000"/>
                  </a:schemeClr>
                </a:solidFill>
                <a:effectLst/>
                <a:latin typeface="Jost" panose="020B0604020202020204" charset="0"/>
                <a:ea typeface="Jost" panose="020B0604020202020204" charset="0"/>
                <a:cs typeface="Latha" panose="020B0604020202020204" pitchFamily="34" charset="0"/>
              </a:rPr>
              <a:t>λ.x</a:t>
            </a:r>
            <a:endParaRPr lang="en-US" sz="1600" dirty="0">
              <a:solidFill>
                <a:schemeClr val="accent2">
                  <a:lumMod val="75000"/>
                </a:schemeClr>
              </a:solidFill>
              <a:effectLst/>
              <a:latin typeface="Jost" panose="020B0604020202020204" charset="0"/>
              <a:ea typeface="Jost" panose="020B0604020202020204" charset="0"/>
              <a:cs typeface="Latha" panose="020B0604020202020204" pitchFamily="34" charset="0"/>
            </a:endParaRPr>
          </a:p>
          <a:p>
            <a:pPr algn="just">
              <a:buClr>
                <a:schemeClr val="tx1"/>
              </a:buClr>
            </a:pPr>
            <a:endParaRPr lang="en-IN" sz="1600" dirty="0">
              <a:solidFill>
                <a:schemeClr val="accent2">
                  <a:lumMod val="75000"/>
                </a:schemeClr>
              </a:solidFill>
              <a:effectLst/>
              <a:latin typeface="Jost" panose="020B0604020202020204" charset="0"/>
              <a:ea typeface="Jost" panose="020B0604020202020204" charset="0"/>
              <a:cs typeface="Latha" panose="020B0604020202020204" pitchFamily="34" charset="0"/>
            </a:endParaRPr>
          </a:p>
          <a:p>
            <a:pPr lvl="0" algn="just" rtl="0">
              <a:spcBef>
                <a:spcPts val="0"/>
              </a:spcBef>
              <a:spcAft>
                <a:spcPts val="0"/>
              </a:spcAft>
              <a:buClr>
                <a:schemeClr val="tx1"/>
              </a:buClr>
            </a:pPr>
            <a:r>
              <a:rPr lang="en-US" sz="1600" dirty="0">
                <a:solidFill>
                  <a:schemeClr val="accent2">
                    <a:lumMod val="75000"/>
                  </a:schemeClr>
                </a:solidFill>
                <a:effectLst/>
                <a:latin typeface="Jost" panose="020B0604020202020204" charset="0"/>
                <a:ea typeface="Jost" panose="020B0604020202020204" charset="0"/>
              </a:rPr>
              <a:t>Importance vector x is an eigenvector of A with eigenvalue 1 </a:t>
            </a:r>
            <a:endParaRPr lang="en-US" sz="1600" dirty="0">
              <a:solidFill>
                <a:schemeClr val="accent2">
                  <a:lumMod val="75000"/>
                </a:schemeClr>
              </a:solidFill>
              <a:latin typeface="Jost" panose="020B0604020202020204" charset="0"/>
              <a:ea typeface="Jost" panose="020B0604020202020204" charset="0"/>
              <a:cs typeface="Jost"/>
              <a:sym typeface="Jost"/>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171" name="Google Shape;1171;p43">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3">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3">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3">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5" name="Google Shape;1175;p43"/>
          <p:cNvGrpSpPr/>
          <p:nvPr/>
        </p:nvGrpSpPr>
        <p:grpSpPr>
          <a:xfrm>
            <a:off x="6603511" y="-429607"/>
            <a:ext cx="1475345" cy="1442620"/>
            <a:chOff x="715101" y="1904704"/>
            <a:chExt cx="1667245" cy="1717200"/>
          </a:xfrm>
        </p:grpSpPr>
        <p:grpSp>
          <p:nvGrpSpPr>
            <p:cNvPr id="1176" name="Google Shape;1176;p43"/>
            <p:cNvGrpSpPr/>
            <p:nvPr/>
          </p:nvGrpSpPr>
          <p:grpSpPr>
            <a:xfrm>
              <a:off x="715101" y="1904704"/>
              <a:ext cx="833620" cy="1717200"/>
              <a:chOff x="715101" y="1904704"/>
              <a:chExt cx="833620" cy="1717200"/>
            </a:xfrm>
          </p:grpSpPr>
          <p:grpSp>
            <p:nvGrpSpPr>
              <p:cNvPr id="1177" name="Google Shape;1177;p43"/>
              <p:cNvGrpSpPr/>
              <p:nvPr/>
            </p:nvGrpSpPr>
            <p:grpSpPr>
              <a:xfrm rot="-5400000">
                <a:off x="64908" y="2554897"/>
                <a:ext cx="1717200" cy="416815"/>
                <a:chOff x="9397475" y="332800"/>
                <a:chExt cx="1717200" cy="404400"/>
              </a:xfrm>
            </p:grpSpPr>
            <p:sp>
              <p:nvSpPr>
                <p:cNvPr id="1178" name="Google Shape;1178;p43"/>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3"/>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3"/>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3"/>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 name="Google Shape;1182;p43"/>
              <p:cNvGrpSpPr/>
              <p:nvPr/>
            </p:nvGrpSpPr>
            <p:grpSpPr>
              <a:xfrm rot="-5400000">
                <a:off x="481713" y="2554897"/>
                <a:ext cx="1717200" cy="416815"/>
                <a:chOff x="9397475" y="332800"/>
                <a:chExt cx="1717200" cy="404400"/>
              </a:xfrm>
            </p:grpSpPr>
            <p:sp>
              <p:nvSpPr>
                <p:cNvPr id="1183" name="Google Shape;1183;p43"/>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3"/>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3"/>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3"/>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87" name="Google Shape;1187;p43"/>
            <p:cNvGrpSpPr/>
            <p:nvPr/>
          </p:nvGrpSpPr>
          <p:grpSpPr>
            <a:xfrm>
              <a:off x="1548726" y="1904704"/>
              <a:ext cx="833620" cy="1717200"/>
              <a:chOff x="715101" y="1904704"/>
              <a:chExt cx="833620" cy="1717200"/>
            </a:xfrm>
          </p:grpSpPr>
          <p:grpSp>
            <p:nvGrpSpPr>
              <p:cNvPr id="1188" name="Google Shape;1188;p43"/>
              <p:cNvGrpSpPr/>
              <p:nvPr/>
            </p:nvGrpSpPr>
            <p:grpSpPr>
              <a:xfrm rot="-5400000">
                <a:off x="64908" y="2554897"/>
                <a:ext cx="1717200" cy="416815"/>
                <a:chOff x="9397475" y="332800"/>
                <a:chExt cx="1717200" cy="404400"/>
              </a:xfrm>
            </p:grpSpPr>
            <p:sp>
              <p:nvSpPr>
                <p:cNvPr id="1189" name="Google Shape;1189;p43"/>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3"/>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3"/>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3"/>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3" name="Google Shape;1193;p43"/>
              <p:cNvGrpSpPr/>
              <p:nvPr/>
            </p:nvGrpSpPr>
            <p:grpSpPr>
              <a:xfrm rot="-5400000">
                <a:off x="481713" y="2554897"/>
                <a:ext cx="1717200" cy="416815"/>
                <a:chOff x="9397475" y="332800"/>
                <a:chExt cx="1717200" cy="404400"/>
              </a:xfrm>
            </p:grpSpPr>
            <p:sp>
              <p:nvSpPr>
                <p:cNvPr id="1194" name="Google Shape;1194;p43"/>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3"/>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3"/>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3"/>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 name="Google Shape;1028;p41">
            <a:extLst>
              <a:ext uri="{FF2B5EF4-FFF2-40B4-BE49-F238E27FC236}">
                <a16:creationId xmlns:a16="http://schemas.microsoft.com/office/drawing/2014/main" id="{E6D9F81F-5761-C022-E511-5AF4B26A48B4}"/>
              </a:ext>
            </a:extLst>
          </p:cNvPr>
          <p:cNvSpPr txBox="1">
            <a:spLocks noGrp="1"/>
          </p:cNvSpPr>
          <p:nvPr>
            <p:ph type="title"/>
          </p:nvPr>
        </p:nvSpPr>
        <p:spPr>
          <a:xfrm>
            <a:off x="720000" y="445025"/>
            <a:ext cx="334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Calculations</a:t>
            </a:r>
            <a:endParaRPr dirty="0"/>
          </a:p>
        </p:txBody>
      </p:sp>
      <mc:AlternateContent xmlns:mc="http://schemas.openxmlformats.org/markup-compatibility/2006" xmlns:a14="http://schemas.microsoft.com/office/drawing/2010/main">
        <mc:Choice Requires="a14">
          <p:sp>
            <p:nvSpPr>
              <p:cNvPr id="5" name="Google Shape;884;p38">
                <a:extLst>
                  <a:ext uri="{FF2B5EF4-FFF2-40B4-BE49-F238E27FC236}">
                    <a16:creationId xmlns:a16="http://schemas.microsoft.com/office/drawing/2014/main" id="{627D9BA6-2095-51ED-F7A1-83AEDC88279E}"/>
                  </a:ext>
                </a:extLst>
              </p:cNvPr>
              <p:cNvSpPr txBox="1"/>
              <p:nvPr/>
            </p:nvSpPr>
            <p:spPr>
              <a:xfrm>
                <a:off x="1182801" y="1226316"/>
                <a:ext cx="2418398" cy="2690867"/>
              </a:xfrm>
              <a:prstGeom prst="rect">
                <a:avLst/>
              </a:prstGeom>
              <a:noFill/>
              <a:ln>
                <a:noFill/>
              </a:ln>
            </p:spPr>
            <p:txBody>
              <a:bodyPr spcFirstLastPara="1" wrap="square" lIns="91425" tIns="91425" rIns="91425" bIns="91425" anchor="t" anchorCtr="0">
                <a:noAutofit/>
              </a:bodyPr>
              <a:lstStyle/>
              <a:p>
                <a:pPr marL="228600" indent="-228600" algn="ctr">
                  <a:lnSpc>
                    <a:spcPct val="107000"/>
                  </a:lnSpc>
                  <a:spcAft>
                    <a:spcPts val="800"/>
                  </a:spcAft>
                  <a:tabLst>
                    <a:tab pos="228600" algn="l"/>
                    <a:tab pos="457200" algn="l"/>
                  </a:tabLst>
                </a:pPr>
                <a:r>
                  <a:rPr lang="en-US" sz="1800" dirty="0">
                    <a:effectLst/>
                    <a:latin typeface="Times New Roman" panose="02020603050405020304" pitchFamily="18" charset="0"/>
                    <a:ea typeface="Calibri" panose="020F0502020204030204" pitchFamily="34" charset="0"/>
                    <a:cs typeface="Latha" panose="020B0604020202020204" pitchFamily="34" charset="0"/>
                  </a:rPr>
                  <a:t>A=</a:t>
                </a:r>
                <a14:m>
                  <m:oMath xmlns:m="http://schemas.openxmlformats.org/officeDocument/2006/math">
                    <m:d>
                      <m:dPr>
                        <m:begChr m:val="["/>
                        <m:endChr m:val="]"/>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dPr>
                      <m:e>
                        <m:m>
                          <m:mPr>
                            <m:mcs>
                              <m:mc>
                                <m:mcPr>
                                  <m:count m:val="5"/>
                                  <m:mcJc m:val="center"/>
                                </m:mcPr>
                              </m:mc>
                            </m:mcs>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mPr>
                          <m:mr>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den>
                              </m:f>
                            </m:e>
                          </m:mr>
                          <m:mr>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den>
                              </m:f>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mr>
                          <m:mr>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den>
                              </m:f>
                            </m:e>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e>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mr>
                          <m:mr>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den>
                              </m:f>
                            </m:e>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den>
                              </m:f>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den>
                              </m:f>
                            </m:e>
                          </m:mr>
                          <m:mr>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den>
                              </m:f>
                            </m:e>
                            <m:e>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den>
                              </m:f>
                            </m:e>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e>
                              <m:r>
                                <a:rPr lang="en-US" sz="1800" i="1">
                                  <a:effectLst/>
                                  <a:latin typeface="Cambria Math" panose="02040503050406030204" pitchFamily="18" charset="0"/>
                                  <a:ea typeface="Cambria Math" panose="02040503050406030204" pitchFamily="18" charset="0"/>
                                  <a:cs typeface="Times New Roman" panose="02020603050405020304" pitchFamily="18" charset="0"/>
                                </a:rPr>
                                <m:t>0</m:t>
                              </m:r>
                            </m:e>
                          </m:mr>
                        </m:m>
                      </m:e>
                    </m:d>
                  </m:oMath>
                </a14:m>
                <a:endParaRPr lang="en-IN" sz="1800" dirty="0">
                  <a:effectLst/>
                  <a:latin typeface="Calibri" panose="020F0502020204030204" pitchFamily="34" charset="0"/>
                  <a:ea typeface="Calibri" panose="020F0502020204030204" pitchFamily="34" charset="0"/>
                  <a:cs typeface="Latha" panose="020B0604020202020204" pitchFamily="34" charset="0"/>
                </a:endParaRPr>
              </a:p>
            </p:txBody>
          </p:sp>
        </mc:Choice>
        <mc:Fallback xmlns="">
          <p:sp>
            <p:nvSpPr>
              <p:cNvPr id="5" name="Google Shape;884;p38">
                <a:extLst>
                  <a:ext uri="{FF2B5EF4-FFF2-40B4-BE49-F238E27FC236}">
                    <a16:creationId xmlns:a16="http://schemas.microsoft.com/office/drawing/2014/main" id="{627D9BA6-2095-51ED-F7A1-83AEDC88279E}"/>
                  </a:ext>
                </a:extLst>
              </p:cNvPr>
              <p:cNvSpPr txBox="1">
                <a:spLocks noRot="1" noChangeAspect="1" noMove="1" noResize="1" noEditPoints="1" noAdjustHandles="1" noChangeArrowheads="1" noChangeShapeType="1" noTextEdit="1"/>
              </p:cNvSpPr>
              <p:nvPr/>
            </p:nvSpPr>
            <p:spPr>
              <a:xfrm>
                <a:off x="1182801" y="1226316"/>
                <a:ext cx="2418398" cy="2690867"/>
              </a:xfrm>
              <a:prstGeom prst="rect">
                <a:avLst/>
              </a:prstGeom>
              <a:blipFill>
                <a:blip r:embed="rId3"/>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Google Shape;884;p38">
                <a:extLst>
                  <a:ext uri="{FF2B5EF4-FFF2-40B4-BE49-F238E27FC236}">
                    <a16:creationId xmlns:a16="http://schemas.microsoft.com/office/drawing/2014/main" id="{9B199EE3-6125-5FF6-E6D5-7A332D017D47}"/>
                  </a:ext>
                </a:extLst>
              </p:cNvPr>
              <p:cNvSpPr txBox="1"/>
              <p:nvPr/>
            </p:nvSpPr>
            <p:spPr>
              <a:xfrm>
                <a:off x="3799637" y="1401827"/>
                <a:ext cx="772363" cy="2339844"/>
              </a:xfrm>
              <a:prstGeom prst="rect">
                <a:avLst/>
              </a:prstGeom>
              <a:noFill/>
              <a:ln>
                <a:noFill/>
              </a:ln>
            </p:spPr>
            <p:txBody>
              <a:bodyPr spcFirstLastPara="1" wrap="square" lIns="91425" tIns="91425" rIns="91425" bIns="91425" anchor="t" anchorCtr="0">
                <a:noAutofit/>
              </a:bodyPr>
              <a:lstStyle/>
              <a:p>
                <a:r>
                  <a:rPr lang="en-US" sz="1800" dirty="0"/>
                  <a:t>x=</a:t>
                </a:r>
                <a14:m>
                  <m:oMath xmlns:m="http://schemas.openxmlformats.org/officeDocument/2006/math">
                    <m:d>
                      <m:dPr>
                        <m:begChr m:val="["/>
                        <m:endChr m:val="]"/>
                        <m:ctrlPr>
                          <a:rPr lang="en-IN" sz="1800" i="1">
                            <a:latin typeface="Cambria Math" panose="02040503050406030204" pitchFamily="18" charset="0"/>
                          </a:rPr>
                        </m:ctrlPr>
                      </m:dPr>
                      <m:e>
                        <m:m>
                          <m:mPr>
                            <m:mcs>
                              <m:mc>
                                <m:mcPr>
                                  <m:count m:val="1"/>
                                  <m:mcJc m:val="center"/>
                                </m:mcPr>
                              </m:mc>
                            </m:mcs>
                            <m:ctrlPr>
                              <a:rPr lang="en-IN" sz="1800" i="1">
                                <a:latin typeface="Cambria Math" panose="02040503050406030204" pitchFamily="18" charset="0"/>
                              </a:rPr>
                            </m:ctrlPr>
                          </m:mPr>
                          <m:mr>
                            <m:e>
                              <m:f>
                                <m:fPr>
                                  <m:ctrlPr>
                                    <a:rPr lang="en-IN"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5</m:t>
                                  </m:r>
                                </m:den>
                              </m:f>
                            </m:e>
                          </m:mr>
                          <m:mr>
                            <m:e>
                              <m:f>
                                <m:fPr>
                                  <m:ctrlPr>
                                    <a:rPr lang="en-IN"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5</m:t>
                                  </m:r>
                                </m:den>
                              </m:f>
                            </m:e>
                          </m:mr>
                          <m:mr>
                            <m:e>
                              <m:f>
                                <m:fPr>
                                  <m:ctrlPr>
                                    <a:rPr lang="en-IN"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5</m:t>
                                  </m:r>
                                </m:den>
                              </m:f>
                            </m:e>
                          </m:mr>
                          <m:mr>
                            <m:e>
                              <m:f>
                                <m:fPr>
                                  <m:ctrlPr>
                                    <a:rPr lang="en-IN"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5</m:t>
                                  </m:r>
                                </m:den>
                              </m:f>
                            </m:e>
                          </m:mr>
                          <m:mr>
                            <m:e>
                              <m:f>
                                <m:fPr>
                                  <m:ctrlPr>
                                    <a:rPr lang="en-IN"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5</m:t>
                                  </m:r>
                                </m:den>
                              </m:f>
                            </m:e>
                          </m:mr>
                        </m:m>
                      </m:e>
                    </m:d>
                  </m:oMath>
                </a14:m>
                <a:endParaRPr lang="en-IN" sz="1800" dirty="0"/>
              </a:p>
            </p:txBody>
          </p:sp>
        </mc:Choice>
        <mc:Fallback xmlns="">
          <p:sp>
            <p:nvSpPr>
              <p:cNvPr id="6" name="Google Shape;884;p38">
                <a:extLst>
                  <a:ext uri="{FF2B5EF4-FFF2-40B4-BE49-F238E27FC236}">
                    <a16:creationId xmlns:a16="http://schemas.microsoft.com/office/drawing/2014/main" id="{9B199EE3-6125-5FF6-E6D5-7A332D017D47}"/>
                  </a:ext>
                </a:extLst>
              </p:cNvPr>
              <p:cNvSpPr txBox="1">
                <a:spLocks noRot="1" noChangeAspect="1" noMove="1" noResize="1" noEditPoints="1" noAdjustHandles="1" noChangeArrowheads="1" noChangeShapeType="1" noTextEdit="1"/>
              </p:cNvSpPr>
              <p:nvPr/>
            </p:nvSpPr>
            <p:spPr>
              <a:xfrm>
                <a:off x="3799637" y="1401827"/>
                <a:ext cx="772363" cy="2339844"/>
              </a:xfrm>
              <a:prstGeom prst="rect">
                <a:avLst/>
              </a:prstGeom>
              <a:blipFill>
                <a:blip r:embed="rId4"/>
                <a:stretch>
                  <a:fillRect l="-6299"/>
                </a:stretch>
              </a:blipFill>
              <a:ln>
                <a:noFill/>
              </a:ln>
            </p:spPr>
            <p:txBody>
              <a:bodyPr/>
              <a:lstStyle/>
              <a:p>
                <a:r>
                  <a:rPr lang="en-IN">
                    <a:noFill/>
                  </a:rPr>
                  <a:t> </a:t>
                </a:r>
              </a:p>
            </p:txBody>
          </p:sp>
        </mc:Fallback>
      </mc:AlternateContent>
      <p:sp>
        <p:nvSpPr>
          <p:cNvPr id="18" name="Google Shape;884;p38">
            <a:extLst>
              <a:ext uri="{FF2B5EF4-FFF2-40B4-BE49-F238E27FC236}">
                <a16:creationId xmlns:a16="http://schemas.microsoft.com/office/drawing/2014/main" id="{E20FC41E-A316-C23F-F0D1-6C0754706CBF}"/>
              </a:ext>
            </a:extLst>
          </p:cNvPr>
          <p:cNvSpPr txBox="1"/>
          <p:nvPr/>
        </p:nvSpPr>
        <p:spPr>
          <a:xfrm>
            <a:off x="6217328" y="1652459"/>
            <a:ext cx="772363" cy="1898461"/>
          </a:xfrm>
          <a:prstGeom prst="rect">
            <a:avLst/>
          </a:prstGeom>
          <a:noFill/>
          <a:ln>
            <a:noFill/>
          </a:ln>
        </p:spPr>
        <p:txBody>
          <a:bodyPr spcFirstLastPara="1" wrap="square" lIns="91425" tIns="91425" rIns="91425" bIns="91425" anchor="t" anchorCtr="0">
            <a:noAutofit/>
          </a:bodyPr>
          <a:lstStyle/>
          <a:p>
            <a:pPr lvl="0" algn="ctr" rtl="0">
              <a:spcBef>
                <a:spcPts val="0"/>
              </a:spcBef>
              <a:spcAft>
                <a:spcPts val="0"/>
              </a:spcAft>
              <a:buClr>
                <a:schemeClr val="tx1"/>
              </a:buClr>
            </a:pPr>
            <a:r>
              <a:rPr lang="en-IN" sz="1600" dirty="0">
                <a:solidFill>
                  <a:schemeClr val="accent2">
                    <a:lumMod val="75000"/>
                  </a:schemeClr>
                </a:solidFill>
                <a:latin typeface="Jost" panose="020B0604020202020204" charset="0"/>
                <a:ea typeface="Jost" panose="020B0604020202020204" charset="0"/>
                <a:cs typeface="Jost"/>
                <a:sym typeface="Jost"/>
              </a:rPr>
              <a:t>x=</a:t>
            </a:r>
            <a:r>
              <a:rPr lang="en-IN" sz="1600" dirty="0" err="1">
                <a:solidFill>
                  <a:schemeClr val="accent2">
                    <a:lumMod val="75000"/>
                  </a:schemeClr>
                </a:solidFill>
                <a:latin typeface="Jost" panose="020B0604020202020204" charset="0"/>
                <a:ea typeface="Jost" panose="020B0604020202020204" charset="0"/>
                <a:cs typeface="Jost"/>
                <a:sym typeface="Jost"/>
              </a:rPr>
              <a:t>Ax</a:t>
            </a:r>
            <a:endParaRPr lang="en-IN" sz="1600" dirty="0">
              <a:solidFill>
                <a:schemeClr val="accent2">
                  <a:lumMod val="75000"/>
                </a:schemeClr>
              </a:solidFill>
              <a:latin typeface="Jost" panose="020B0604020202020204" charset="0"/>
              <a:ea typeface="Jost" panose="020B0604020202020204" charset="0"/>
              <a:cs typeface="Jost"/>
              <a:sym typeface="Jost"/>
            </a:endParaRPr>
          </a:p>
          <a:p>
            <a:pPr lvl="0" algn="ctr" rtl="0">
              <a:spcBef>
                <a:spcPts val="0"/>
              </a:spcBef>
              <a:spcAft>
                <a:spcPts val="0"/>
              </a:spcAft>
              <a:buClr>
                <a:schemeClr val="tx1"/>
              </a:buClr>
            </a:pPr>
            <a:r>
              <a:rPr lang="en-IN" sz="1600" dirty="0">
                <a:solidFill>
                  <a:schemeClr val="accent2">
                    <a:lumMod val="75000"/>
                  </a:schemeClr>
                </a:solidFill>
                <a:latin typeface="Jost" panose="020B0604020202020204" charset="0"/>
                <a:ea typeface="Jost" panose="020B0604020202020204" charset="0"/>
                <a:cs typeface="Jost"/>
                <a:sym typeface="Jost"/>
              </a:rPr>
              <a:t>x=A</a:t>
            </a:r>
            <a:r>
              <a:rPr lang="en-IN" sz="1600" baseline="30000" dirty="0">
                <a:solidFill>
                  <a:schemeClr val="accent2">
                    <a:lumMod val="75000"/>
                  </a:schemeClr>
                </a:solidFill>
                <a:latin typeface="Jost" panose="020B0604020202020204" charset="0"/>
                <a:ea typeface="Jost" panose="020B0604020202020204" charset="0"/>
                <a:cs typeface="Jost"/>
                <a:sym typeface="Jost"/>
              </a:rPr>
              <a:t>2</a:t>
            </a:r>
            <a:r>
              <a:rPr lang="en-IN" sz="1600" dirty="0">
                <a:solidFill>
                  <a:schemeClr val="accent2">
                    <a:lumMod val="75000"/>
                  </a:schemeClr>
                </a:solidFill>
                <a:latin typeface="Jost" panose="020B0604020202020204" charset="0"/>
                <a:ea typeface="Jost" panose="020B0604020202020204" charset="0"/>
                <a:cs typeface="Jost"/>
                <a:sym typeface="Jost"/>
              </a:rPr>
              <a:t>x</a:t>
            </a:r>
          </a:p>
          <a:p>
            <a:pPr lvl="0" algn="ctr" rtl="0">
              <a:spcBef>
                <a:spcPts val="0"/>
              </a:spcBef>
              <a:spcAft>
                <a:spcPts val="0"/>
              </a:spcAft>
              <a:buClr>
                <a:schemeClr val="tx1"/>
              </a:buClr>
            </a:pPr>
            <a:r>
              <a:rPr lang="en-IN" sz="1600" dirty="0">
                <a:solidFill>
                  <a:schemeClr val="accent2">
                    <a:lumMod val="75000"/>
                  </a:schemeClr>
                </a:solidFill>
                <a:latin typeface="Jost" panose="020B0604020202020204" charset="0"/>
                <a:ea typeface="Jost" panose="020B0604020202020204" charset="0"/>
                <a:cs typeface="Jost"/>
                <a:sym typeface="Jost"/>
              </a:rPr>
              <a:t>x=A</a:t>
            </a:r>
            <a:r>
              <a:rPr lang="en-IN" sz="1600" baseline="30000" dirty="0">
                <a:solidFill>
                  <a:schemeClr val="accent2">
                    <a:lumMod val="75000"/>
                  </a:schemeClr>
                </a:solidFill>
                <a:latin typeface="Jost" panose="020B0604020202020204" charset="0"/>
                <a:ea typeface="Jost" panose="020B0604020202020204" charset="0"/>
                <a:cs typeface="Jost"/>
                <a:sym typeface="Jost"/>
              </a:rPr>
              <a:t>3</a:t>
            </a:r>
            <a:r>
              <a:rPr lang="en-IN" sz="1600" dirty="0">
                <a:solidFill>
                  <a:schemeClr val="accent2">
                    <a:lumMod val="75000"/>
                  </a:schemeClr>
                </a:solidFill>
                <a:latin typeface="Jost" panose="020B0604020202020204" charset="0"/>
                <a:ea typeface="Jost" panose="020B0604020202020204" charset="0"/>
                <a:cs typeface="Jost"/>
                <a:sym typeface="Jost"/>
              </a:rPr>
              <a:t>x</a:t>
            </a:r>
          </a:p>
          <a:p>
            <a:pPr lvl="0" algn="ctr" rtl="0">
              <a:spcBef>
                <a:spcPts val="0"/>
              </a:spcBef>
              <a:spcAft>
                <a:spcPts val="0"/>
              </a:spcAft>
              <a:buClr>
                <a:schemeClr val="tx1"/>
              </a:buClr>
            </a:pPr>
            <a:r>
              <a:rPr lang="en-IN" sz="1600" dirty="0">
                <a:solidFill>
                  <a:schemeClr val="accent2">
                    <a:lumMod val="75000"/>
                  </a:schemeClr>
                </a:solidFill>
                <a:latin typeface="Jost" panose="020B0604020202020204" charset="0"/>
                <a:ea typeface="Jost" panose="020B0604020202020204" charset="0"/>
                <a:cs typeface="Jost"/>
                <a:sym typeface="Jost"/>
              </a:rPr>
              <a:t>.</a:t>
            </a:r>
          </a:p>
          <a:p>
            <a:pPr lvl="0" algn="ctr" rtl="0">
              <a:spcBef>
                <a:spcPts val="0"/>
              </a:spcBef>
              <a:spcAft>
                <a:spcPts val="0"/>
              </a:spcAft>
              <a:buClr>
                <a:schemeClr val="tx1"/>
              </a:buClr>
            </a:pPr>
            <a:r>
              <a:rPr lang="en-IN" sz="1600" dirty="0">
                <a:solidFill>
                  <a:schemeClr val="accent2">
                    <a:lumMod val="75000"/>
                  </a:schemeClr>
                </a:solidFill>
                <a:latin typeface="Jost" panose="020B0604020202020204" charset="0"/>
                <a:ea typeface="Jost" panose="020B0604020202020204" charset="0"/>
                <a:cs typeface="Jost"/>
                <a:sym typeface="Jost"/>
              </a:rPr>
              <a:t>.</a:t>
            </a:r>
          </a:p>
          <a:p>
            <a:pPr lvl="0" algn="ctr" rtl="0">
              <a:spcBef>
                <a:spcPts val="0"/>
              </a:spcBef>
              <a:spcAft>
                <a:spcPts val="0"/>
              </a:spcAft>
              <a:buClr>
                <a:schemeClr val="tx1"/>
              </a:buClr>
            </a:pPr>
            <a:r>
              <a:rPr lang="en-IN" sz="1600" dirty="0">
                <a:solidFill>
                  <a:schemeClr val="accent2">
                    <a:lumMod val="75000"/>
                  </a:schemeClr>
                </a:solidFill>
                <a:latin typeface="Jost" panose="020B0604020202020204" charset="0"/>
                <a:ea typeface="Jost" panose="020B0604020202020204" charset="0"/>
                <a:cs typeface="Jost"/>
                <a:sym typeface="Jost"/>
              </a:rPr>
              <a:t>.</a:t>
            </a:r>
          </a:p>
          <a:p>
            <a:pPr lvl="0" algn="ctr" rtl="0">
              <a:spcBef>
                <a:spcPts val="0"/>
              </a:spcBef>
              <a:spcAft>
                <a:spcPts val="0"/>
              </a:spcAft>
              <a:buClr>
                <a:schemeClr val="tx1"/>
              </a:buClr>
            </a:pPr>
            <a:r>
              <a:rPr lang="en-IN" sz="1600" dirty="0">
                <a:solidFill>
                  <a:schemeClr val="accent2">
                    <a:lumMod val="75000"/>
                  </a:schemeClr>
                </a:solidFill>
                <a:latin typeface="Jost" panose="020B0604020202020204" charset="0"/>
                <a:ea typeface="Jost" panose="020B0604020202020204" charset="0"/>
                <a:cs typeface="Jost"/>
                <a:sym typeface="Jost"/>
              </a:rPr>
              <a:t>x=</a:t>
            </a:r>
            <a:r>
              <a:rPr lang="en-IN" sz="1600" dirty="0" err="1">
                <a:solidFill>
                  <a:schemeClr val="accent2">
                    <a:lumMod val="75000"/>
                  </a:schemeClr>
                </a:solidFill>
                <a:latin typeface="Jost" panose="020B0604020202020204" charset="0"/>
                <a:ea typeface="Jost" panose="020B0604020202020204" charset="0"/>
                <a:cs typeface="Jost"/>
                <a:sym typeface="Jost"/>
              </a:rPr>
              <a:t>A</a:t>
            </a:r>
            <a:r>
              <a:rPr lang="en-IN" sz="1600" baseline="30000" dirty="0" err="1">
                <a:solidFill>
                  <a:schemeClr val="accent2">
                    <a:lumMod val="75000"/>
                  </a:schemeClr>
                </a:solidFill>
                <a:latin typeface="Jost" panose="020B0604020202020204" charset="0"/>
                <a:ea typeface="Jost" panose="020B0604020202020204" charset="0"/>
                <a:cs typeface="Jost"/>
                <a:sym typeface="Jost"/>
              </a:rPr>
              <a:t>n</a:t>
            </a:r>
            <a:r>
              <a:rPr lang="en-IN" sz="1600" dirty="0" err="1">
                <a:solidFill>
                  <a:schemeClr val="accent2">
                    <a:lumMod val="75000"/>
                  </a:schemeClr>
                </a:solidFill>
                <a:latin typeface="Jost" panose="020B0604020202020204" charset="0"/>
                <a:ea typeface="Jost" panose="020B0604020202020204" charset="0"/>
                <a:cs typeface="Jost"/>
                <a:sym typeface="Jost"/>
              </a:rPr>
              <a:t>x</a:t>
            </a:r>
            <a:endParaRPr lang="en-US" sz="1600" dirty="0">
              <a:solidFill>
                <a:schemeClr val="accent2">
                  <a:lumMod val="75000"/>
                </a:schemeClr>
              </a:solidFill>
              <a:latin typeface="Jost" panose="020B0604020202020204" charset="0"/>
              <a:ea typeface="Jost" panose="020B0604020202020204" charset="0"/>
              <a:cs typeface="Jost"/>
              <a:sym typeface="Jost"/>
            </a:endParaRPr>
          </a:p>
        </p:txBody>
      </p:sp>
    </p:spTree>
    <p:extLst>
      <p:ext uri="{BB962C8B-B14F-4D97-AF65-F5344CB8AC3E}">
        <p14:creationId xmlns:p14="http://schemas.microsoft.com/office/powerpoint/2010/main" val="286835638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grpSp>
        <p:nvGrpSpPr>
          <p:cNvPr id="1374" name="Google Shape;1374;p47"/>
          <p:cNvGrpSpPr/>
          <p:nvPr/>
        </p:nvGrpSpPr>
        <p:grpSpPr>
          <a:xfrm>
            <a:off x="5827368" y="-171752"/>
            <a:ext cx="1390947" cy="929576"/>
            <a:chOff x="715100" y="3009200"/>
            <a:chExt cx="2330675" cy="1557600"/>
          </a:xfrm>
        </p:grpSpPr>
        <p:sp>
          <p:nvSpPr>
            <p:cNvPr id="1375" name="Google Shape;1375;p47"/>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7"/>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7" name="Google Shape;1377;p47"/>
          <p:cNvGrpSpPr/>
          <p:nvPr/>
        </p:nvGrpSpPr>
        <p:grpSpPr>
          <a:xfrm>
            <a:off x="-556702" y="4216548"/>
            <a:ext cx="1390947" cy="929576"/>
            <a:chOff x="715100" y="3009200"/>
            <a:chExt cx="2330675" cy="1557600"/>
          </a:xfrm>
        </p:grpSpPr>
        <p:sp>
          <p:nvSpPr>
            <p:cNvPr id="1378" name="Google Shape;1378;p47"/>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7"/>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0" name="Google Shape;1380;p47">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7">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7">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7">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421AC4AE-2D78-3595-719C-642F0F3DF1C6}"/>
              </a:ext>
            </a:extLst>
          </p:cNvPr>
          <p:cNvPicPr>
            <a:picLocks noChangeAspect="1"/>
          </p:cNvPicPr>
          <p:nvPr/>
        </p:nvPicPr>
        <p:blipFill rotWithShape="1">
          <a:blip r:embed="rId3"/>
          <a:srcRect t="1724" r="3975"/>
          <a:stretch/>
        </p:blipFill>
        <p:spPr>
          <a:xfrm>
            <a:off x="1229747" y="1619369"/>
            <a:ext cx="6684506" cy="2832154"/>
          </a:xfrm>
          <a:prstGeom prst="rect">
            <a:avLst/>
          </a:prstGeom>
          <a:ln w="19050">
            <a:solidFill>
              <a:schemeClr val="accent2"/>
            </a:solidFill>
          </a:ln>
        </p:spPr>
      </p:pic>
      <p:sp>
        <p:nvSpPr>
          <p:cNvPr id="6" name="Google Shape;1028;p41">
            <a:extLst>
              <a:ext uri="{FF2B5EF4-FFF2-40B4-BE49-F238E27FC236}">
                <a16:creationId xmlns:a16="http://schemas.microsoft.com/office/drawing/2014/main" id="{B3C37716-9AB7-7E28-508C-CCA6A2BFDFF5}"/>
              </a:ext>
            </a:extLst>
          </p:cNvPr>
          <p:cNvSpPr txBox="1">
            <a:spLocks noGrp="1"/>
          </p:cNvSpPr>
          <p:nvPr>
            <p:ph type="title"/>
          </p:nvPr>
        </p:nvSpPr>
        <p:spPr>
          <a:xfrm>
            <a:off x="720000" y="445025"/>
            <a:ext cx="334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Calculations</a:t>
            </a:r>
            <a:endParaRPr dirty="0"/>
          </a:p>
        </p:txBody>
      </p:sp>
      <p:sp>
        <p:nvSpPr>
          <p:cNvPr id="9" name="Google Shape;1028;p41">
            <a:extLst>
              <a:ext uri="{FF2B5EF4-FFF2-40B4-BE49-F238E27FC236}">
                <a16:creationId xmlns:a16="http://schemas.microsoft.com/office/drawing/2014/main" id="{ABD73796-39E7-91A4-FBDD-84B8A0A729A7}"/>
              </a:ext>
            </a:extLst>
          </p:cNvPr>
          <p:cNvSpPr txBox="1">
            <a:spLocks/>
          </p:cNvSpPr>
          <p:nvPr/>
        </p:nvSpPr>
        <p:spPr>
          <a:xfrm>
            <a:off x="722175" y="1017725"/>
            <a:ext cx="649614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700"/>
              <a:buFont typeface="Poppins SemiBold"/>
              <a:buNone/>
              <a:defRPr sz="37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N" sz="2000" dirty="0">
                <a:solidFill>
                  <a:schemeClr val="accent1"/>
                </a:solidFill>
              </a:rPr>
              <a:t>Without Considering Damping Factor</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grpSp>
        <p:nvGrpSpPr>
          <p:cNvPr id="1374" name="Google Shape;1374;p47"/>
          <p:cNvGrpSpPr/>
          <p:nvPr/>
        </p:nvGrpSpPr>
        <p:grpSpPr>
          <a:xfrm>
            <a:off x="5827368" y="-171752"/>
            <a:ext cx="1390947" cy="929576"/>
            <a:chOff x="715100" y="3009200"/>
            <a:chExt cx="2330675" cy="1557600"/>
          </a:xfrm>
        </p:grpSpPr>
        <p:sp>
          <p:nvSpPr>
            <p:cNvPr id="1375" name="Google Shape;1375;p47"/>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7"/>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7" name="Google Shape;1377;p47"/>
          <p:cNvGrpSpPr/>
          <p:nvPr/>
        </p:nvGrpSpPr>
        <p:grpSpPr>
          <a:xfrm>
            <a:off x="-556702" y="4216548"/>
            <a:ext cx="1390947" cy="929576"/>
            <a:chOff x="715100" y="3009200"/>
            <a:chExt cx="2330675" cy="1557600"/>
          </a:xfrm>
        </p:grpSpPr>
        <p:sp>
          <p:nvSpPr>
            <p:cNvPr id="1378" name="Google Shape;1378;p47"/>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7"/>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0" name="Google Shape;1380;p47">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7">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7">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7">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28;p41">
            <a:extLst>
              <a:ext uri="{FF2B5EF4-FFF2-40B4-BE49-F238E27FC236}">
                <a16:creationId xmlns:a16="http://schemas.microsoft.com/office/drawing/2014/main" id="{B3C37716-9AB7-7E28-508C-CCA6A2BFDFF5}"/>
              </a:ext>
            </a:extLst>
          </p:cNvPr>
          <p:cNvSpPr txBox="1">
            <a:spLocks noGrp="1"/>
          </p:cNvSpPr>
          <p:nvPr>
            <p:ph type="title"/>
          </p:nvPr>
        </p:nvSpPr>
        <p:spPr>
          <a:xfrm>
            <a:off x="720000" y="445025"/>
            <a:ext cx="334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Calculations</a:t>
            </a:r>
            <a:endParaRPr dirty="0"/>
          </a:p>
        </p:txBody>
      </p:sp>
      <p:sp>
        <p:nvSpPr>
          <p:cNvPr id="9" name="Google Shape;1028;p41">
            <a:extLst>
              <a:ext uri="{FF2B5EF4-FFF2-40B4-BE49-F238E27FC236}">
                <a16:creationId xmlns:a16="http://schemas.microsoft.com/office/drawing/2014/main" id="{ABD73796-39E7-91A4-FBDD-84B8A0A729A7}"/>
              </a:ext>
            </a:extLst>
          </p:cNvPr>
          <p:cNvSpPr txBox="1">
            <a:spLocks/>
          </p:cNvSpPr>
          <p:nvPr/>
        </p:nvSpPr>
        <p:spPr>
          <a:xfrm>
            <a:off x="722175" y="1017725"/>
            <a:ext cx="649614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700"/>
              <a:buFont typeface="Poppins SemiBold"/>
              <a:buNone/>
              <a:defRPr sz="37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N" sz="2000" dirty="0">
                <a:solidFill>
                  <a:schemeClr val="accent1"/>
                </a:solidFill>
              </a:rPr>
              <a:t>Considering Damping Factor</a:t>
            </a:r>
          </a:p>
        </p:txBody>
      </p:sp>
      <p:pic>
        <p:nvPicPr>
          <p:cNvPr id="4" name="Picture 3">
            <a:extLst>
              <a:ext uri="{FF2B5EF4-FFF2-40B4-BE49-F238E27FC236}">
                <a16:creationId xmlns:a16="http://schemas.microsoft.com/office/drawing/2014/main" id="{CA9C461E-5808-BDDA-4081-17CD46009294}"/>
              </a:ext>
            </a:extLst>
          </p:cNvPr>
          <p:cNvPicPr>
            <a:picLocks noChangeAspect="1"/>
          </p:cNvPicPr>
          <p:nvPr/>
        </p:nvPicPr>
        <p:blipFill>
          <a:blip r:embed="rId3"/>
          <a:stretch>
            <a:fillRect/>
          </a:stretch>
        </p:blipFill>
        <p:spPr>
          <a:xfrm>
            <a:off x="1228658" y="1584961"/>
            <a:ext cx="6686683" cy="2861098"/>
          </a:xfrm>
          <a:prstGeom prst="rect">
            <a:avLst/>
          </a:prstGeom>
          <a:ln w="19050">
            <a:solidFill>
              <a:schemeClr val="accent2"/>
            </a:solidFill>
          </a:ln>
        </p:spPr>
      </p:pic>
    </p:spTree>
    <p:extLst>
      <p:ext uri="{BB962C8B-B14F-4D97-AF65-F5344CB8AC3E}">
        <p14:creationId xmlns:p14="http://schemas.microsoft.com/office/powerpoint/2010/main" val="308106725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grpSp>
        <p:nvGrpSpPr>
          <p:cNvPr id="785" name="Google Shape;785;p37"/>
          <p:cNvGrpSpPr/>
          <p:nvPr/>
        </p:nvGrpSpPr>
        <p:grpSpPr>
          <a:xfrm>
            <a:off x="6711800" y="535002"/>
            <a:ext cx="1717200" cy="4481412"/>
            <a:chOff x="7091725" y="291542"/>
            <a:chExt cx="1717200" cy="4577541"/>
          </a:xfrm>
        </p:grpSpPr>
        <p:grpSp>
          <p:nvGrpSpPr>
            <p:cNvPr id="786" name="Google Shape;786;p37"/>
            <p:cNvGrpSpPr/>
            <p:nvPr/>
          </p:nvGrpSpPr>
          <p:grpSpPr>
            <a:xfrm>
              <a:off x="7091725" y="291542"/>
              <a:ext cx="1717200" cy="416047"/>
              <a:chOff x="9397475" y="332800"/>
              <a:chExt cx="1717200" cy="404400"/>
            </a:xfrm>
          </p:grpSpPr>
          <p:sp>
            <p:nvSpPr>
              <p:cNvPr id="787" name="Google Shape;78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 name="Google Shape;791;p37"/>
            <p:cNvGrpSpPr/>
            <p:nvPr/>
          </p:nvGrpSpPr>
          <p:grpSpPr>
            <a:xfrm>
              <a:off x="7091725" y="707598"/>
              <a:ext cx="1717200" cy="416047"/>
              <a:chOff x="9397475" y="332800"/>
              <a:chExt cx="1717200" cy="404400"/>
            </a:xfrm>
          </p:grpSpPr>
          <p:sp>
            <p:nvSpPr>
              <p:cNvPr id="792" name="Google Shape;79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 name="Google Shape;796;p37"/>
            <p:cNvGrpSpPr/>
            <p:nvPr/>
          </p:nvGrpSpPr>
          <p:grpSpPr>
            <a:xfrm>
              <a:off x="7091725" y="1123654"/>
              <a:ext cx="1717200" cy="416047"/>
              <a:chOff x="9397475" y="332800"/>
              <a:chExt cx="1717200" cy="404400"/>
            </a:xfrm>
          </p:grpSpPr>
          <p:sp>
            <p:nvSpPr>
              <p:cNvPr id="797" name="Google Shape;79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 name="Google Shape;801;p37"/>
            <p:cNvGrpSpPr/>
            <p:nvPr/>
          </p:nvGrpSpPr>
          <p:grpSpPr>
            <a:xfrm>
              <a:off x="7091725" y="1539710"/>
              <a:ext cx="1717200" cy="416047"/>
              <a:chOff x="9397475" y="332800"/>
              <a:chExt cx="1717200" cy="404400"/>
            </a:xfrm>
          </p:grpSpPr>
          <p:sp>
            <p:nvSpPr>
              <p:cNvPr id="802" name="Google Shape;80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 name="Google Shape;806;p37"/>
            <p:cNvGrpSpPr/>
            <p:nvPr/>
          </p:nvGrpSpPr>
          <p:grpSpPr>
            <a:xfrm>
              <a:off x="7091725" y="1955766"/>
              <a:ext cx="1717200" cy="416047"/>
              <a:chOff x="9397475" y="332800"/>
              <a:chExt cx="1717200" cy="404400"/>
            </a:xfrm>
          </p:grpSpPr>
          <p:sp>
            <p:nvSpPr>
              <p:cNvPr id="807" name="Google Shape;80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37"/>
            <p:cNvGrpSpPr/>
            <p:nvPr/>
          </p:nvGrpSpPr>
          <p:grpSpPr>
            <a:xfrm>
              <a:off x="7091725" y="2372140"/>
              <a:ext cx="1717200" cy="416047"/>
              <a:chOff x="9397475" y="332800"/>
              <a:chExt cx="1717200" cy="404400"/>
            </a:xfrm>
          </p:grpSpPr>
          <p:sp>
            <p:nvSpPr>
              <p:cNvPr id="812" name="Google Shape;81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37"/>
            <p:cNvGrpSpPr/>
            <p:nvPr/>
          </p:nvGrpSpPr>
          <p:grpSpPr>
            <a:xfrm>
              <a:off x="7091725" y="2788196"/>
              <a:ext cx="1717200" cy="416047"/>
              <a:chOff x="9397475" y="332800"/>
              <a:chExt cx="1717200" cy="404400"/>
            </a:xfrm>
          </p:grpSpPr>
          <p:sp>
            <p:nvSpPr>
              <p:cNvPr id="817" name="Google Shape;81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 name="Google Shape;821;p37"/>
            <p:cNvGrpSpPr/>
            <p:nvPr/>
          </p:nvGrpSpPr>
          <p:grpSpPr>
            <a:xfrm>
              <a:off x="7091725" y="3204252"/>
              <a:ext cx="1717200" cy="416047"/>
              <a:chOff x="9397475" y="332800"/>
              <a:chExt cx="1717200" cy="404400"/>
            </a:xfrm>
          </p:grpSpPr>
          <p:sp>
            <p:nvSpPr>
              <p:cNvPr id="822" name="Google Shape;82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37"/>
            <p:cNvGrpSpPr/>
            <p:nvPr/>
          </p:nvGrpSpPr>
          <p:grpSpPr>
            <a:xfrm>
              <a:off x="7091725" y="3620616"/>
              <a:ext cx="1717200" cy="416047"/>
              <a:chOff x="9397475" y="332800"/>
              <a:chExt cx="1717200" cy="404400"/>
            </a:xfrm>
          </p:grpSpPr>
          <p:sp>
            <p:nvSpPr>
              <p:cNvPr id="827" name="Google Shape;82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7"/>
            <p:cNvGrpSpPr/>
            <p:nvPr/>
          </p:nvGrpSpPr>
          <p:grpSpPr>
            <a:xfrm>
              <a:off x="7091725" y="4036672"/>
              <a:ext cx="1717200" cy="416047"/>
              <a:chOff x="9397475" y="332800"/>
              <a:chExt cx="1717200" cy="404400"/>
            </a:xfrm>
          </p:grpSpPr>
          <p:sp>
            <p:nvSpPr>
              <p:cNvPr id="832" name="Google Shape;83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37"/>
            <p:cNvGrpSpPr/>
            <p:nvPr/>
          </p:nvGrpSpPr>
          <p:grpSpPr>
            <a:xfrm>
              <a:off x="7091725" y="4453037"/>
              <a:ext cx="1717200" cy="416047"/>
              <a:chOff x="9397475" y="332800"/>
              <a:chExt cx="1717200" cy="404400"/>
            </a:xfrm>
          </p:grpSpPr>
          <p:sp>
            <p:nvSpPr>
              <p:cNvPr id="837" name="Google Shape;83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1" name="Google Shape;841;p37"/>
          <p:cNvSpPr/>
          <p:nvPr/>
        </p:nvSpPr>
        <p:spPr>
          <a:xfrm>
            <a:off x="1217675" y="1456250"/>
            <a:ext cx="2160900" cy="946200"/>
          </a:xfrm>
          <a:prstGeom prst="ellipse">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7"/>
          <p:cNvSpPr txBox="1">
            <a:spLocks noGrp="1"/>
          </p:cNvSpPr>
          <p:nvPr>
            <p:ph type="title" idx="2"/>
          </p:nvPr>
        </p:nvSpPr>
        <p:spPr>
          <a:xfrm>
            <a:off x="1391075" y="1628450"/>
            <a:ext cx="1814100" cy="6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843" name="Google Shape;843;p37"/>
          <p:cNvSpPr txBox="1">
            <a:spLocks noGrp="1"/>
          </p:cNvSpPr>
          <p:nvPr>
            <p:ph type="subTitle" idx="1"/>
          </p:nvPr>
        </p:nvSpPr>
        <p:spPr>
          <a:xfrm>
            <a:off x="1027025" y="3465750"/>
            <a:ext cx="3734400" cy="473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MatLab and Javascript Codes</a:t>
            </a:r>
            <a:endParaRPr dirty="0"/>
          </a:p>
        </p:txBody>
      </p:sp>
      <p:sp>
        <p:nvSpPr>
          <p:cNvPr id="844" name="Google Shape;844;p37"/>
          <p:cNvSpPr txBox="1">
            <a:spLocks noGrp="1"/>
          </p:cNvSpPr>
          <p:nvPr>
            <p:ph type="title"/>
          </p:nvPr>
        </p:nvSpPr>
        <p:spPr>
          <a:xfrm>
            <a:off x="1027024" y="2513200"/>
            <a:ext cx="4330789"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Code</a:t>
            </a:r>
            <a:endParaRPr dirty="0"/>
          </a:p>
        </p:txBody>
      </p:sp>
      <p:sp>
        <p:nvSpPr>
          <p:cNvPr id="845" name="Google Shape;845;p37"/>
          <p:cNvSpPr/>
          <p:nvPr/>
        </p:nvSpPr>
        <p:spPr>
          <a:xfrm>
            <a:off x="6299182" y="1101482"/>
            <a:ext cx="946200" cy="946200"/>
          </a:xfrm>
          <a:prstGeom prst="star32">
            <a:avLst>
              <a:gd name="adj" fmla="val 29602"/>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6" name="Google Shape;846;p37"/>
          <p:cNvGrpSpPr/>
          <p:nvPr/>
        </p:nvGrpSpPr>
        <p:grpSpPr>
          <a:xfrm>
            <a:off x="5407866" y="2937784"/>
            <a:ext cx="1390947" cy="929576"/>
            <a:chOff x="715100" y="3009200"/>
            <a:chExt cx="2330675" cy="1557600"/>
          </a:xfrm>
        </p:grpSpPr>
        <p:sp>
          <p:nvSpPr>
            <p:cNvPr id="847" name="Google Shape;847;p37"/>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7"/>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9" name="Google Shape;849;p37">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7">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7">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7">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779018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39"/>
          <p:cNvSpPr txBox="1">
            <a:spLocks noGrp="1"/>
          </p:cNvSpPr>
          <p:nvPr>
            <p:ph type="title"/>
          </p:nvPr>
        </p:nvSpPr>
        <p:spPr>
          <a:xfrm>
            <a:off x="720000" y="445025"/>
            <a:ext cx="39739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MatLab</a:t>
            </a:r>
            <a:endParaRPr dirty="0"/>
          </a:p>
        </p:txBody>
      </p:sp>
      <p:sp>
        <p:nvSpPr>
          <p:cNvPr id="930" name="Google Shape;930;p39"/>
          <p:cNvSpPr/>
          <p:nvPr/>
        </p:nvSpPr>
        <p:spPr>
          <a:xfrm>
            <a:off x="6590534" y="0"/>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884;p38">
            <a:extLst>
              <a:ext uri="{FF2B5EF4-FFF2-40B4-BE49-F238E27FC236}">
                <a16:creationId xmlns:a16="http://schemas.microsoft.com/office/drawing/2014/main" id="{B357CAE7-024A-1544-3FEB-699319D1D499}"/>
              </a:ext>
            </a:extLst>
          </p:cNvPr>
          <p:cNvSpPr txBox="1"/>
          <p:nvPr/>
        </p:nvSpPr>
        <p:spPr>
          <a:xfrm>
            <a:off x="720000" y="1017725"/>
            <a:ext cx="3303360" cy="3883459"/>
          </a:xfrm>
          <a:prstGeom prst="rect">
            <a:avLst/>
          </a:prstGeom>
          <a:noFill/>
          <a:ln>
            <a:noFill/>
          </a:ln>
        </p:spPr>
        <p:txBody>
          <a:bodyPr spcFirstLastPara="1" wrap="square" lIns="91425" tIns="91425" rIns="91425" bIns="91425" anchor="t" anchorCtr="0">
            <a:noAutofit/>
          </a:bodyPr>
          <a:lstStyle/>
          <a:p>
            <a:pPr>
              <a:spcAft>
                <a:spcPts val="800"/>
              </a:spcAft>
            </a:pPr>
            <a:r>
              <a:rPr lang="en-IN" sz="12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Page Rank Algorithm </a:t>
            </a:r>
            <a:endParaRPr lang="en-IN" sz="1200"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sz="12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Without considering Damping Factor</a:t>
            </a:r>
            <a:endParaRPr lang="en-IN" sz="1200"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sz="12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Page A links to E, B, D</a:t>
            </a:r>
            <a:endParaRPr lang="en-IN" sz="1200"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sz="12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Page B links to C, D, E</a:t>
            </a:r>
            <a:endParaRPr lang="en-IN" sz="1200"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sz="12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Page C doesn't link to any page</a:t>
            </a:r>
            <a:endParaRPr lang="en-IN" sz="1200"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sz="12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Page D links to C</a:t>
            </a:r>
            <a:endParaRPr lang="en-IN" sz="1200"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sz="12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Page E links to A, D</a:t>
            </a:r>
            <a:endParaRPr lang="en-IN" sz="1200"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sz="1200" dirty="0">
                <a:effectLst/>
                <a:latin typeface="Consolas" panose="020B0609020204030204" pitchFamily="49" charset="0"/>
                <a:ea typeface="Times New Roman" panose="02020603050405020304" pitchFamily="18" charset="0"/>
                <a:cs typeface="Times New Roman" panose="02020603050405020304" pitchFamily="18" charset="0"/>
              </a:rPr>
              <a:t>A1=[0 1/3 0 1/3 1/3;</a:t>
            </a:r>
            <a:endParaRPr lang="en-IN" sz="1200"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sz="1200" dirty="0">
                <a:effectLst/>
                <a:latin typeface="Consolas" panose="020B0609020204030204" pitchFamily="49" charset="0"/>
                <a:ea typeface="Times New Roman" panose="02020603050405020304" pitchFamily="18" charset="0"/>
                <a:cs typeface="Times New Roman" panose="02020603050405020304" pitchFamily="18" charset="0"/>
              </a:rPr>
              <a:t>    0 0 1/3 1/3 1/3;</a:t>
            </a:r>
            <a:endParaRPr lang="en-IN" sz="1200"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sz="1200" dirty="0">
                <a:effectLst/>
                <a:latin typeface="Consolas" panose="020B0609020204030204" pitchFamily="49" charset="0"/>
                <a:ea typeface="Times New Roman" panose="02020603050405020304" pitchFamily="18" charset="0"/>
                <a:cs typeface="Times New Roman" panose="02020603050405020304" pitchFamily="18" charset="0"/>
              </a:rPr>
              <a:t>    0 0 0 0 0;</a:t>
            </a:r>
            <a:endParaRPr lang="en-IN" sz="1200"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sz="1200" dirty="0">
                <a:effectLst/>
                <a:latin typeface="Consolas" panose="020B0609020204030204" pitchFamily="49" charset="0"/>
                <a:ea typeface="Times New Roman" panose="02020603050405020304" pitchFamily="18" charset="0"/>
                <a:cs typeface="Times New Roman" panose="02020603050405020304" pitchFamily="18" charset="0"/>
              </a:rPr>
              <a:t>    0 0 1 0 0;</a:t>
            </a:r>
            <a:endParaRPr lang="en-IN" sz="1200"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sz="1200" dirty="0">
                <a:effectLst/>
                <a:latin typeface="Consolas" panose="020B0609020204030204" pitchFamily="49" charset="0"/>
                <a:ea typeface="Times New Roman" panose="02020603050405020304" pitchFamily="18" charset="0"/>
                <a:cs typeface="Times New Roman" panose="02020603050405020304" pitchFamily="18" charset="0"/>
              </a:rPr>
              <a:t>    1/2 0 0 1/2 0];</a:t>
            </a:r>
          </a:p>
          <a:p>
            <a:pPr>
              <a:spcAft>
                <a:spcPts val="800"/>
              </a:spcAft>
            </a:pPr>
            <a:r>
              <a:rPr lang="en-IN" sz="1200" dirty="0">
                <a:latin typeface="Consolas" panose="020B0609020204030204" pitchFamily="49" charset="0"/>
                <a:ea typeface="Calibri" panose="020F0502020204030204" pitchFamily="34" charset="0"/>
                <a:cs typeface="Times New Roman" panose="02020603050405020304" pitchFamily="18" charset="0"/>
              </a:rPr>
              <a:t>A=A1’;</a:t>
            </a:r>
            <a:endParaRPr lang="en-IN" sz="1200" dirty="0">
              <a:effectLst/>
              <a:latin typeface="Calibri" panose="020F0502020204030204" pitchFamily="34" charset="0"/>
              <a:ea typeface="Calibri" panose="020F0502020204030204" pitchFamily="34" charset="0"/>
              <a:cs typeface="Latha" panose="020B0604020202020204" pitchFamily="34" charset="0"/>
            </a:endParaRPr>
          </a:p>
        </p:txBody>
      </p:sp>
      <p:sp>
        <p:nvSpPr>
          <p:cNvPr id="2" name="Google Shape;884;p38">
            <a:extLst>
              <a:ext uri="{FF2B5EF4-FFF2-40B4-BE49-F238E27FC236}">
                <a16:creationId xmlns:a16="http://schemas.microsoft.com/office/drawing/2014/main" id="{61E5F08A-1125-2C7D-C95F-C252ADAB05C9}"/>
              </a:ext>
            </a:extLst>
          </p:cNvPr>
          <p:cNvSpPr txBox="1"/>
          <p:nvPr/>
        </p:nvSpPr>
        <p:spPr>
          <a:xfrm>
            <a:off x="4271765" y="630020"/>
            <a:ext cx="4436775" cy="3883459"/>
          </a:xfrm>
          <a:prstGeom prst="rect">
            <a:avLst/>
          </a:prstGeom>
          <a:noFill/>
          <a:ln>
            <a:noFill/>
          </a:ln>
        </p:spPr>
        <p:txBody>
          <a:bodyPr spcFirstLastPara="1" wrap="square" lIns="91425" tIns="91425" rIns="91425" bIns="91425" anchor="t" anchorCtr="0">
            <a:noAutofit/>
          </a:bodyPr>
          <a:lstStyle/>
          <a:p>
            <a:pPr>
              <a:lnSpc>
                <a:spcPct val="107000"/>
              </a:lnSpc>
              <a:spcAft>
                <a:spcPts val="800"/>
              </a:spcAft>
            </a:pPr>
            <a:r>
              <a:rPr lang="en-IN"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Considering Equal probability for landing in Pages Initially</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x=[1/5 1/5 1/5 1/5 1/5]';</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Concatnating</a:t>
            </a:r>
            <a:r>
              <a:rPr lang="en-IN"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Each iteration into a Matrix for our understanding</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k=[];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for </a:t>
            </a:r>
            <a:r>
              <a:rPr lang="en-IN" dirty="0" err="1">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effectLst/>
                <a:latin typeface="Consolas" panose="020B0609020204030204" pitchFamily="49" charset="0"/>
                <a:ea typeface="Times New Roman" panose="02020603050405020304" pitchFamily="18" charset="0"/>
                <a:cs typeface="Times New Roman" panose="02020603050405020304" pitchFamily="18" charset="0"/>
              </a:rPr>
              <a:t>=1:20</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    x=A*x;</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    k=[k x];</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k</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x=x/sum(x);</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rank1=</a:t>
            </a:r>
            <a:r>
              <a:rPr lang="en-IN" dirty="0" err="1">
                <a:effectLst/>
                <a:latin typeface="Consolas" panose="020B0609020204030204" pitchFamily="49" charset="0"/>
                <a:ea typeface="Times New Roman" panose="02020603050405020304" pitchFamily="18" charset="0"/>
                <a:cs typeface="Times New Roman" panose="02020603050405020304" pitchFamily="18" charset="0"/>
              </a:rPr>
              <a:t>rankMatrix</a:t>
            </a:r>
            <a:r>
              <a:rPr lang="en-IN" dirty="0">
                <a:effectLst/>
                <a:latin typeface="Consolas" panose="020B0609020204030204" pitchFamily="49" charset="0"/>
                <a:ea typeface="Times New Roman" panose="02020603050405020304" pitchFamily="18" charset="0"/>
                <a:cs typeface="Times New Roman" panose="02020603050405020304" pitchFamily="18" charset="0"/>
              </a:rPr>
              <a:t>(x);</a:t>
            </a:r>
            <a:endParaRPr lang="en-IN"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69673556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39"/>
          <p:cNvSpPr txBox="1">
            <a:spLocks noGrp="1"/>
          </p:cNvSpPr>
          <p:nvPr>
            <p:ph type="title"/>
          </p:nvPr>
        </p:nvSpPr>
        <p:spPr>
          <a:xfrm>
            <a:off x="720000" y="445025"/>
            <a:ext cx="39739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MatLab</a:t>
            </a:r>
            <a:endParaRPr dirty="0"/>
          </a:p>
        </p:txBody>
      </p:sp>
      <p:sp>
        <p:nvSpPr>
          <p:cNvPr id="930" name="Google Shape;930;p39"/>
          <p:cNvSpPr/>
          <p:nvPr/>
        </p:nvSpPr>
        <p:spPr>
          <a:xfrm>
            <a:off x="6590534" y="0"/>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884;p38">
            <a:extLst>
              <a:ext uri="{FF2B5EF4-FFF2-40B4-BE49-F238E27FC236}">
                <a16:creationId xmlns:a16="http://schemas.microsoft.com/office/drawing/2014/main" id="{B357CAE7-024A-1544-3FEB-699319D1D499}"/>
              </a:ext>
            </a:extLst>
          </p:cNvPr>
          <p:cNvSpPr txBox="1"/>
          <p:nvPr/>
        </p:nvSpPr>
        <p:spPr>
          <a:xfrm>
            <a:off x="720000" y="1017724"/>
            <a:ext cx="6955508" cy="3680751"/>
          </a:xfrm>
          <a:prstGeom prst="rect">
            <a:avLst/>
          </a:prstGeom>
          <a:noFill/>
          <a:ln>
            <a:noFill/>
          </a:ln>
        </p:spPr>
        <p:txBody>
          <a:bodyPr spcFirstLastPara="1" wrap="square" lIns="91425" tIns="91425" rIns="91425" bIns="91425" anchor="t" anchorCtr="0">
            <a:noAutofit/>
          </a:bodyPr>
          <a:lstStyle/>
          <a:p>
            <a:pPr>
              <a:spcAft>
                <a:spcPts val="800"/>
              </a:spcAft>
            </a:pPr>
            <a:r>
              <a:rPr lang="en-IN"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Considering Damping Factor</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x1=[1/5 1/5 1/5 1/5 1/5]';</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Damping Factor is set to 0.85</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d=0.85;</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Concatenating Each iteration into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k1=[];</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for </a:t>
            </a:r>
            <a:r>
              <a:rPr lang="en-IN" dirty="0" err="1">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effectLst/>
                <a:latin typeface="Consolas" panose="020B0609020204030204" pitchFamily="49" charset="0"/>
                <a:ea typeface="Times New Roman" panose="02020603050405020304" pitchFamily="18" charset="0"/>
                <a:cs typeface="Times New Roman" panose="02020603050405020304" pitchFamily="18" charset="0"/>
              </a:rPr>
              <a:t>=1:20</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    x1=d*(A*x1)+((1-d)/5);</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    k1=[k1 x1];</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K1</a:t>
            </a:r>
            <a:r>
              <a:rPr lang="en-IN" dirty="0">
                <a:latin typeface="Calibri" panose="020F0502020204030204" pitchFamily="34" charset="0"/>
                <a:ea typeface="Calibri" panose="020F0502020204030204" pitchFamily="34" charset="0"/>
                <a:cs typeface="Latha" panose="020B0604020202020204" pitchFamily="34" charset="0"/>
              </a:rPr>
              <a:t>;</a:t>
            </a:r>
            <a:r>
              <a:rPr lang="en-IN" dirty="0">
                <a:effectLst/>
                <a:latin typeface="Consolas" panose="020B0609020204030204" pitchFamily="49" charset="0"/>
                <a:ea typeface="Times New Roman" panose="02020603050405020304" pitchFamily="18" charset="0"/>
                <a:cs typeface="Times New Roman" panose="02020603050405020304" pitchFamily="18" charset="0"/>
              </a:rPr>
              <a:t>x1=x1/sum(x1);</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rank2=</a:t>
            </a:r>
            <a:r>
              <a:rPr lang="en-IN" dirty="0" err="1">
                <a:effectLst/>
                <a:latin typeface="Consolas" panose="020B0609020204030204" pitchFamily="49" charset="0"/>
                <a:ea typeface="Times New Roman" panose="02020603050405020304" pitchFamily="18" charset="0"/>
                <a:cs typeface="Times New Roman" panose="02020603050405020304" pitchFamily="18" charset="0"/>
              </a:rPr>
              <a:t>rankMatrix</a:t>
            </a:r>
            <a:r>
              <a:rPr lang="en-IN" dirty="0">
                <a:effectLst/>
                <a:latin typeface="Consolas" panose="020B0609020204030204" pitchFamily="49" charset="0"/>
                <a:ea typeface="Times New Roman" panose="02020603050405020304" pitchFamily="18" charset="0"/>
                <a:cs typeface="Times New Roman" panose="02020603050405020304" pitchFamily="18" charset="0"/>
              </a:rPr>
              <a:t>(x1);</a:t>
            </a:r>
            <a:endParaRPr lang="en-IN"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284872514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39"/>
          <p:cNvSpPr txBox="1">
            <a:spLocks noGrp="1"/>
          </p:cNvSpPr>
          <p:nvPr>
            <p:ph type="title"/>
          </p:nvPr>
        </p:nvSpPr>
        <p:spPr>
          <a:xfrm>
            <a:off x="720000" y="445025"/>
            <a:ext cx="39739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MatLab</a:t>
            </a:r>
            <a:endParaRPr dirty="0"/>
          </a:p>
        </p:txBody>
      </p:sp>
      <p:sp>
        <p:nvSpPr>
          <p:cNvPr id="930" name="Google Shape;930;p39"/>
          <p:cNvSpPr/>
          <p:nvPr/>
        </p:nvSpPr>
        <p:spPr>
          <a:xfrm>
            <a:off x="6590534" y="0"/>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884;p38">
            <a:extLst>
              <a:ext uri="{FF2B5EF4-FFF2-40B4-BE49-F238E27FC236}">
                <a16:creationId xmlns:a16="http://schemas.microsoft.com/office/drawing/2014/main" id="{B357CAE7-024A-1544-3FEB-699319D1D499}"/>
              </a:ext>
            </a:extLst>
          </p:cNvPr>
          <p:cNvSpPr txBox="1"/>
          <p:nvPr/>
        </p:nvSpPr>
        <p:spPr>
          <a:xfrm>
            <a:off x="720000" y="1017724"/>
            <a:ext cx="7672793" cy="3747873"/>
          </a:xfrm>
          <a:prstGeom prst="rect">
            <a:avLst/>
          </a:prstGeom>
          <a:noFill/>
          <a:ln>
            <a:noFill/>
          </a:ln>
        </p:spPr>
        <p:txBody>
          <a:bodyPr spcFirstLastPara="1" wrap="square" lIns="91425" tIns="91425" rIns="91425" bIns="91425" anchor="t" anchorCtr="0">
            <a:noAutofit/>
          </a:bodyPr>
          <a:lstStyle/>
          <a:p>
            <a:pPr>
              <a:lnSpc>
                <a:spcPct val="107000"/>
              </a:lnSpc>
              <a:spcAft>
                <a:spcPts val="800"/>
              </a:spcAft>
            </a:pPr>
            <a:r>
              <a:rPr lang="en-IN" sz="13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IN" sz="1300" dirty="0" err="1">
                <a:effectLst/>
                <a:latin typeface="Consolas" panose="020B0609020204030204" pitchFamily="49" charset="0"/>
                <a:ea typeface="Times New Roman" panose="02020603050405020304" pitchFamily="18" charset="0"/>
                <a:cs typeface="Times New Roman" panose="02020603050405020304" pitchFamily="18" charset="0"/>
              </a:rPr>
              <a:t>rankedMatrix</a:t>
            </a: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IN" sz="1300" dirty="0" err="1">
                <a:effectLst/>
                <a:latin typeface="Consolas" panose="020B0609020204030204" pitchFamily="49" charset="0"/>
                <a:ea typeface="Times New Roman" panose="02020603050405020304" pitchFamily="18" charset="0"/>
                <a:cs typeface="Times New Roman" panose="02020603050405020304" pitchFamily="18" charset="0"/>
              </a:rPr>
              <a:t>rankMatrix</a:t>
            </a: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(matrix)</a:t>
            </a:r>
            <a:endParaRPr lang="en-IN" sz="13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[m, n] = size(matrix); </a:t>
            </a:r>
            <a:r>
              <a:rPr lang="en-IN" sz="13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Get the number of rows and columns in the matrix</a:t>
            </a:r>
            <a:endParaRPr lang="en-IN" sz="13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sz="1300" dirty="0" err="1">
                <a:effectLst/>
                <a:latin typeface="Consolas" panose="020B0609020204030204" pitchFamily="49" charset="0"/>
                <a:ea typeface="Times New Roman" panose="02020603050405020304" pitchFamily="18" charset="0"/>
                <a:cs typeface="Times New Roman" panose="02020603050405020304" pitchFamily="18" charset="0"/>
              </a:rPr>
              <a:t>rankedMatrix</a:t>
            </a: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 = zeros(m, n);</a:t>
            </a:r>
            <a:r>
              <a:rPr lang="en-IN" sz="13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 Initialize a matrix to store the ranks</a:t>
            </a:r>
            <a:endParaRPr lang="en-IN" sz="13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sz="13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for </a:t>
            </a: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j = 1:n </a:t>
            </a:r>
            <a:r>
              <a:rPr lang="en-IN" sz="13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Loop through each column of the matrix</a:t>
            </a:r>
            <a:endParaRPr lang="en-IN" sz="13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    column = matrix(:, j); </a:t>
            </a:r>
            <a:r>
              <a:rPr lang="en-IN" sz="13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Get the current column of the matrix</a:t>
            </a:r>
            <a:endParaRPr lang="en-IN" sz="13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    </a:t>
            </a:r>
            <a:r>
              <a:rPr lang="en-IN" sz="13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Sort the current column in ascending order</a:t>
            </a:r>
            <a:endParaRPr lang="en-IN" sz="13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    [</a:t>
            </a:r>
            <a:r>
              <a:rPr lang="en-IN" sz="1300" dirty="0" err="1">
                <a:effectLst/>
                <a:latin typeface="Consolas" panose="020B0609020204030204" pitchFamily="49" charset="0"/>
                <a:ea typeface="Times New Roman" panose="02020603050405020304" pitchFamily="18" charset="0"/>
                <a:cs typeface="Times New Roman" panose="02020603050405020304" pitchFamily="18" charset="0"/>
              </a:rPr>
              <a:t>sortedColumn</a:t>
            </a: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 index] = sort(column);</a:t>
            </a:r>
            <a:endParaRPr lang="en-IN" sz="13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    </a:t>
            </a:r>
            <a:r>
              <a:rPr lang="en-IN" sz="13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for </a:t>
            </a:r>
            <a:r>
              <a:rPr lang="en-IN" sz="1300" dirty="0" err="1">
                <a:effectLst/>
                <a:latin typeface="Consolas" panose="020B0609020204030204" pitchFamily="49" charset="0"/>
                <a:ea typeface="Times New Roman" panose="02020603050405020304" pitchFamily="18" charset="0"/>
                <a:cs typeface="Times New Roman" panose="02020603050405020304" pitchFamily="18" charset="0"/>
              </a:rPr>
              <a:t>i</a:t>
            </a: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 = 1:m </a:t>
            </a:r>
            <a:r>
              <a:rPr lang="en-IN" sz="13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Loop through the sorted column and assign ranks</a:t>
            </a:r>
            <a:endParaRPr lang="en-IN" sz="13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        </a:t>
            </a:r>
            <a:r>
              <a:rPr lang="en-IN" sz="1300" dirty="0" err="1">
                <a:effectLst/>
                <a:latin typeface="Consolas" panose="020B0609020204030204" pitchFamily="49" charset="0"/>
                <a:ea typeface="Times New Roman" panose="02020603050405020304" pitchFamily="18" charset="0"/>
                <a:cs typeface="Times New Roman" panose="02020603050405020304" pitchFamily="18" charset="0"/>
              </a:rPr>
              <a:t>rankedMatrix</a:t>
            </a: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(index(</a:t>
            </a:r>
            <a:r>
              <a:rPr lang="en-IN" sz="1300" dirty="0" err="1">
                <a:effectLst/>
                <a:latin typeface="Consolas" panose="020B0609020204030204" pitchFamily="49" charset="0"/>
                <a:ea typeface="Times New Roman" panose="02020603050405020304" pitchFamily="18" charset="0"/>
                <a:cs typeface="Times New Roman" panose="02020603050405020304" pitchFamily="18" charset="0"/>
              </a:rPr>
              <a:t>i</a:t>
            </a: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 j) = m-i+1;</a:t>
            </a:r>
            <a:endParaRPr lang="en-IN" sz="13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sz="1300" dirty="0">
                <a:effectLst/>
                <a:latin typeface="Consolas" panose="020B0609020204030204" pitchFamily="49" charset="0"/>
                <a:ea typeface="Times New Roman" panose="02020603050405020304" pitchFamily="18" charset="0"/>
                <a:cs typeface="Times New Roman" panose="02020603050405020304" pitchFamily="18" charset="0"/>
              </a:rPr>
              <a:t>    </a:t>
            </a:r>
            <a:r>
              <a:rPr lang="en-IN" sz="13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3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sz="13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3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sz="13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3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2473299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39"/>
          <p:cNvSpPr txBox="1">
            <a:spLocks noGrp="1"/>
          </p:cNvSpPr>
          <p:nvPr>
            <p:ph type="title"/>
          </p:nvPr>
        </p:nvSpPr>
        <p:spPr>
          <a:xfrm>
            <a:off x="720000" y="445025"/>
            <a:ext cx="39739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MatLab</a:t>
            </a:r>
            <a:endParaRPr dirty="0"/>
          </a:p>
        </p:txBody>
      </p:sp>
      <p:sp>
        <p:nvSpPr>
          <p:cNvPr id="930" name="Google Shape;930;p39"/>
          <p:cNvSpPr/>
          <p:nvPr/>
        </p:nvSpPr>
        <p:spPr>
          <a:xfrm>
            <a:off x="6956075" y="445025"/>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884;p38">
            <a:extLst>
              <a:ext uri="{FF2B5EF4-FFF2-40B4-BE49-F238E27FC236}">
                <a16:creationId xmlns:a16="http://schemas.microsoft.com/office/drawing/2014/main" id="{3051C368-09B9-4FF6-9CD9-093EDD94B467}"/>
              </a:ext>
            </a:extLst>
          </p:cNvPr>
          <p:cNvSpPr txBox="1"/>
          <p:nvPr/>
        </p:nvSpPr>
        <p:spPr>
          <a:xfrm>
            <a:off x="719999" y="1017726"/>
            <a:ext cx="6845231" cy="3868600"/>
          </a:xfrm>
          <a:prstGeom prst="rect">
            <a:avLst/>
          </a:prstGeom>
          <a:noFill/>
          <a:ln>
            <a:noFill/>
          </a:ln>
        </p:spPr>
        <p:txBody>
          <a:bodyPr spcFirstLastPara="1" wrap="square" lIns="91425" tIns="91425" rIns="91425" bIns="91425" anchor="t" anchorCtr="0">
            <a:noAutofit/>
          </a:bodyPr>
          <a:lstStyle/>
          <a:p>
            <a:pPr>
              <a:lnSpc>
                <a:spcPct val="107000"/>
              </a:lnSpc>
              <a:spcAft>
                <a:spcPts val="800"/>
              </a:spcAft>
            </a:pPr>
            <a:r>
              <a:rPr lang="en-IN"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IN" dirty="0">
                <a:effectLst/>
                <a:latin typeface="Consolas" panose="020B0609020204030204" pitchFamily="49" charset="0"/>
                <a:ea typeface="Times New Roman" panose="02020603050405020304" pitchFamily="18" charset="0"/>
                <a:cs typeface="Times New Roman" panose="02020603050405020304" pitchFamily="18" charset="0"/>
              </a:rPr>
              <a:t>[x] = </a:t>
            </a:r>
            <a:r>
              <a:rPr lang="en-IN" dirty="0" err="1">
                <a:effectLst/>
                <a:latin typeface="Consolas" panose="020B0609020204030204" pitchFamily="49" charset="0"/>
                <a:ea typeface="Times New Roman" panose="02020603050405020304" pitchFamily="18" charset="0"/>
                <a:cs typeface="Times New Roman" panose="02020603050405020304" pitchFamily="18" charset="0"/>
              </a:rPr>
              <a:t>page_rank</a:t>
            </a:r>
            <a:r>
              <a:rPr lang="en-IN" dirty="0">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effectLst/>
                <a:latin typeface="Consolas" panose="020B0609020204030204" pitchFamily="49" charset="0"/>
                <a:ea typeface="Times New Roman" panose="02020603050405020304" pitchFamily="18" charset="0"/>
                <a:cs typeface="Times New Roman" panose="02020603050405020304" pitchFamily="18" charset="0"/>
              </a:rPr>
              <a:t>G,x,damping</a:t>
            </a:r>
            <a:r>
              <a:rPr lang="en-IN" dirty="0">
                <a:effectLst/>
                <a:latin typeface="Consolas" panose="020B0609020204030204" pitchFamily="49" charset="0"/>
                <a:ea typeface="Times New Roman" panose="02020603050405020304" pitchFamily="18" charset="0"/>
                <a:cs typeface="Times New Roman" panose="02020603050405020304" pitchFamily="18" charset="0"/>
              </a:rPr>
              <a:t>, iterations)</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Initialize PageRank vector</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n = size(G, 1);</a:t>
            </a:r>
            <a:endParaRPr lang="en-IN" dirty="0">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Loop until change in PageRank is below the tolerance</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for </a:t>
            </a:r>
            <a:r>
              <a:rPr lang="en-IN" dirty="0" err="1">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effectLst/>
                <a:latin typeface="Consolas" panose="020B0609020204030204" pitchFamily="49" charset="0"/>
                <a:ea typeface="Times New Roman" panose="02020603050405020304" pitchFamily="18" charset="0"/>
                <a:cs typeface="Times New Roman" panose="02020603050405020304" pitchFamily="18" charset="0"/>
              </a:rPr>
              <a:t> = 1:iterations</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Calculate new PageRank</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    x = ((1 - damping) / n) + damping *(G*x);</a:t>
            </a:r>
          </a:p>
          <a:p>
            <a:pPr>
              <a:lnSpc>
                <a:spcPct val="107000"/>
              </a:lnSpc>
              <a:spcAft>
                <a:spcPts val="800"/>
              </a:spcAft>
            </a:pPr>
            <a:r>
              <a:rPr lang="en-IN" dirty="0">
                <a:latin typeface="Consolas" panose="020B0609020204030204" pitchFamily="49" charset="0"/>
                <a:ea typeface="Calibri" panose="020F0502020204030204" pitchFamily="34" charset="0"/>
                <a:cs typeface="Times New Roman" panose="02020603050405020304" pitchFamily="18" charset="0"/>
              </a:rPr>
              <a:t>    x=x/sum(x);</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effectLst/>
                <a:latin typeface="Consolas" panose="020B0609020204030204" pitchFamily="49" charset="0"/>
                <a:ea typeface="Times New Roman" panose="02020603050405020304" pitchFamily="18" charset="0"/>
                <a:cs typeface="Times New Roman" panose="02020603050405020304" pitchFamily="18" charset="0"/>
              </a:rPr>
              <a:t>x = x/sum(x);</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pPr>
            <a:r>
              <a:rPr lang="en-IN"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209782857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39"/>
          <p:cNvSpPr txBox="1">
            <a:spLocks noGrp="1"/>
          </p:cNvSpPr>
          <p:nvPr>
            <p:ph type="title"/>
          </p:nvPr>
        </p:nvSpPr>
        <p:spPr>
          <a:xfrm>
            <a:off x="720000" y="445025"/>
            <a:ext cx="39739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JavaScript</a:t>
            </a:r>
            <a:endParaRPr dirty="0"/>
          </a:p>
        </p:txBody>
      </p:sp>
      <p:sp>
        <p:nvSpPr>
          <p:cNvPr id="930" name="Google Shape;930;p39"/>
          <p:cNvSpPr/>
          <p:nvPr/>
        </p:nvSpPr>
        <p:spPr>
          <a:xfrm>
            <a:off x="6956075" y="445025"/>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884;p38">
            <a:extLst>
              <a:ext uri="{FF2B5EF4-FFF2-40B4-BE49-F238E27FC236}">
                <a16:creationId xmlns:a16="http://schemas.microsoft.com/office/drawing/2014/main" id="{3051C368-09B9-4FF6-9CD9-093EDD94B467}"/>
              </a:ext>
            </a:extLst>
          </p:cNvPr>
          <p:cNvSpPr txBox="1"/>
          <p:nvPr/>
        </p:nvSpPr>
        <p:spPr>
          <a:xfrm>
            <a:off x="719999" y="1017726"/>
            <a:ext cx="6845231" cy="3868600"/>
          </a:xfrm>
          <a:prstGeom prst="rect">
            <a:avLst/>
          </a:prstGeom>
          <a:noFill/>
          <a:ln>
            <a:noFill/>
          </a:ln>
        </p:spPr>
        <p:txBody>
          <a:bodyPr spcFirstLastPara="1" wrap="square" lIns="91425" tIns="91425" rIns="91425" bIns="91425" anchor="t" anchorCtr="0">
            <a:noAutofit/>
          </a:bodyPr>
          <a:lstStyle/>
          <a:p>
            <a:pPr>
              <a:lnSpc>
                <a:spcPts val="1425"/>
              </a:lnSpc>
              <a:spcAft>
                <a:spcPts val="800"/>
              </a:spcAft>
            </a:pPr>
            <a:r>
              <a:rPr lang="en-IN"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Page Rank Algorithm</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Define the link matrix as a 2D array</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linkMatrix</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numPages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linkMatrix</a:t>
            </a:r>
            <a:r>
              <a:rPr lang="en-IN" dirty="0" err="1">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length</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Define the number of pages</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dampingFactor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0.85</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pageRank</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IN"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Define the PageRank vector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Initialize the PageRank vector to a uniform distribution</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B5200D"/>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numPages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pageRank</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numPages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113320744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39"/>
          <p:cNvSpPr txBox="1">
            <a:spLocks noGrp="1"/>
          </p:cNvSpPr>
          <p:nvPr>
            <p:ph type="title"/>
          </p:nvPr>
        </p:nvSpPr>
        <p:spPr>
          <a:xfrm>
            <a:off x="720000" y="445025"/>
            <a:ext cx="39739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JavaScript</a:t>
            </a:r>
            <a:endParaRPr dirty="0"/>
          </a:p>
        </p:txBody>
      </p:sp>
      <p:sp>
        <p:nvSpPr>
          <p:cNvPr id="930" name="Google Shape;930;p39"/>
          <p:cNvSpPr/>
          <p:nvPr/>
        </p:nvSpPr>
        <p:spPr>
          <a:xfrm>
            <a:off x="6956075" y="445025"/>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884;p38">
            <a:extLst>
              <a:ext uri="{FF2B5EF4-FFF2-40B4-BE49-F238E27FC236}">
                <a16:creationId xmlns:a16="http://schemas.microsoft.com/office/drawing/2014/main" id="{3051C368-09B9-4FF6-9CD9-093EDD94B467}"/>
              </a:ext>
            </a:extLst>
          </p:cNvPr>
          <p:cNvSpPr txBox="1"/>
          <p:nvPr/>
        </p:nvSpPr>
        <p:spPr>
          <a:xfrm>
            <a:off x="719999" y="1017726"/>
            <a:ext cx="6845231" cy="3868600"/>
          </a:xfrm>
          <a:prstGeom prst="rect">
            <a:avLst/>
          </a:prstGeom>
          <a:noFill/>
          <a:ln>
            <a:noFill/>
          </a:ln>
        </p:spPr>
        <p:txBody>
          <a:bodyPr spcFirstLastPara="1" wrap="square" lIns="91425" tIns="91425" rIns="91425" bIns="91425" anchor="t" anchorCtr="0">
            <a:noAutofit/>
          </a:bodyPr>
          <a:lstStyle/>
          <a:p>
            <a:pPr>
              <a:lnSpc>
                <a:spcPts val="1425"/>
              </a:lnSpc>
              <a:spcAft>
                <a:spcPts val="800"/>
              </a:spcAft>
            </a:pPr>
            <a:r>
              <a:rPr lang="en-IN"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Iterate the PageRank algorithm until convergence</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convergence</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false</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B5200D"/>
                </a:solidFill>
                <a:effectLst/>
                <a:latin typeface="Consolas" panose="020B0609020204030204" pitchFamily="49" charset="0"/>
                <a:ea typeface="Times New Roman" panose="02020603050405020304" pitchFamily="18" charset="0"/>
                <a:cs typeface="Times New Roman" panose="02020603050405020304" pitchFamily="18" charset="0"/>
              </a:rPr>
              <a:t>while</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convergence</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Store the previous PageRank vector</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previousPageRank</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pageRank</a:t>
            </a:r>
            <a:r>
              <a:rPr lang="en-IN" dirty="0" err="1">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slice</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Update the PageRank vector</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B5200D"/>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numPages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pageRank</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dampingFactor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numPages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B5200D"/>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numPages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IN" dirty="0" err="1">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B5200D"/>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linkMatrix</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pageRank</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dampingFactor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previousPageRank</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numLinks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linkMatrix</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398193864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39"/>
          <p:cNvSpPr txBox="1">
            <a:spLocks noGrp="1"/>
          </p:cNvSpPr>
          <p:nvPr>
            <p:ph type="title"/>
          </p:nvPr>
        </p:nvSpPr>
        <p:spPr>
          <a:xfrm>
            <a:off x="720000" y="445025"/>
            <a:ext cx="39739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JavaScript</a:t>
            </a:r>
            <a:endParaRPr dirty="0"/>
          </a:p>
        </p:txBody>
      </p:sp>
      <p:sp>
        <p:nvSpPr>
          <p:cNvPr id="930" name="Google Shape;930;p39"/>
          <p:cNvSpPr/>
          <p:nvPr/>
        </p:nvSpPr>
        <p:spPr>
          <a:xfrm>
            <a:off x="6956075" y="445025"/>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884;p38">
            <a:extLst>
              <a:ext uri="{FF2B5EF4-FFF2-40B4-BE49-F238E27FC236}">
                <a16:creationId xmlns:a16="http://schemas.microsoft.com/office/drawing/2014/main" id="{3051C368-09B9-4FF6-9CD9-093EDD94B467}"/>
              </a:ext>
            </a:extLst>
          </p:cNvPr>
          <p:cNvSpPr txBox="1"/>
          <p:nvPr/>
        </p:nvSpPr>
        <p:spPr>
          <a:xfrm>
            <a:off x="719999" y="1017726"/>
            <a:ext cx="6845231" cy="3868600"/>
          </a:xfrm>
          <a:prstGeom prst="rect">
            <a:avLst/>
          </a:prstGeom>
          <a:noFill/>
          <a:ln>
            <a:noFill/>
          </a:ln>
        </p:spPr>
        <p:txBody>
          <a:bodyPr spcFirstLastPara="1" wrap="square" lIns="91425" tIns="91425" rIns="91425" bIns="91425" anchor="t" anchorCtr="0">
            <a:noAutofit/>
          </a:bodyPr>
          <a:lstStyle/>
          <a:p>
            <a:pPr>
              <a:lnSpc>
                <a:spcPts val="1425"/>
              </a:lnSpc>
              <a:spcAft>
                <a:spcPts val="800"/>
              </a:spcAft>
            </a:pP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800"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Check for convergence</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800"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convergence</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80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800" dirty="0" err="1">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isConverged</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previousPageRank</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800"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pageRank</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sz="1800"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Print the PageRank vector</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sz="1800"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console</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log</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"Page Rank Algorithm"</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sz="1800"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console</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log</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"Matrix A : "</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sz="1800"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console</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log</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linkMatrix</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sz="1800"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console</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log</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"Probabilities :"</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sz="1800"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console</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log</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pageRank</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sz="1800"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Printing the  Rank of the Pages using PageRank vector</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sz="1800"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console</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log</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"Rank :"</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sz="1800"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console</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log</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err="1">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rankArray</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1800"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pageRank</a:t>
            </a:r>
            <a:r>
              <a:rPr lang="en-IN" sz="1800"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endParaRPr lang="en-IN"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131248576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39"/>
          <p:cNvSpPr txBox="1">
            <a:spLocks noGrp="1"/>
          </p:cNvSpPr>
          <p:nvPr>
            <p:ph type="title"/>
          </p:nvPr>
        </p:nvSpPr>
        <p:spPr>
          <a:xfrm>
            <a:off x="720000" y="445025"/>
            <a:ext cx="397392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JavaScript</a:t>
            </a:r>
            <a:endParaRPr dirty="0"/>
          </a:p>
        </p:txBody>
      </p:sp>
      <p:sp>
        <p:nvSpPr>
          <p:cNvPr id="930" name="Google Shape;930;p39"/>
          <p:cNvSpPr/>
          <p:nvPr/>
        </p:nvSpPr>
        <p:spPr>
          <a:xfrm>
            <a:off x="6956075" y="445025"/>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884;p38">
            <a:extLst>
              <a:ext uri="{FF2B5EF4-FFF2-40B4-BE49-F238E27FC236}">
                <a16:creationId xmlns:a16="http://schemas.microsoft.com/office/drawing/2014/main" id="{3051C368-09B9-4FF6-9CD9-093EDD94B467}"/>
              </a:ext>
            </a:extLst>
          </p:cNvPr>
          <p:cNvSpPr txBox="1"/>
          <p:nvPr/>
        </p:nvSpPr>
        <p:spPr>
          <a:xfrm>
            <a:off x="719999" y="1017726"/>
            <a:ext cx="3744845" cy="3868600"/>
          </a:xfrm>
          <a:prstGeom prst="rect">
            <a:avLst/>
          </a:prstGeom>
          <a:noFill/>
          <a:ln>
            <a:noFill/>
          </a:ln>
        </p:spPr>
        <p:txBody>
          <a:bodyPr spcFirstLastPara="1" wrap="square" lIns="91425" tIns="91425" rIns="91425" bIns="91425" anchor="t" anchorCtr="0">
            <a:noAutofit/>
          </a:bodyPr>
          <a:lstStyle/>
          <a:p>
            <a:pPr>
              <a:lnSpc>
                <a:spcPts val="1425"/>
              </a:lnSpc>
              <a:spcAft>
                <a:spcPts val="800"/>
              </a:spcAft>
            </a:pPr>
            <a:r>
              <a:rPr lang="en-IN"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Function to count the number of outgoing links from a page</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function</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numLinks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page</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count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B5200D"/>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page</a:t>
            </a:r>
            <a:r>
              <a:rPr lang="en-IN" dirty="0" err="1">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length</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count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page</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B5200D"/>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count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515151"/>
                </a:solidFill>
                <a:effectLst/>
                <a:latin typeface="Consolas" panose="020B0609020204030204" pitchFamily="49" charset="0"/>
                <a:ea typeface="Times New Roman" panose="02020603050405020304" pitchFamily="18" charset="0"/>
                <a:cs typeface="Times New Roman" panose="02020603050405020304" pitchFamily="18" charset="0"/>
              </a:rPr>
              <a:t>// Function to check for convergence of the PageRank vector</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function</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isConverged</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previous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current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threshold</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0.0001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p:txBody>
      </p:sp>
      <p:sp>
        <p:nvSpPr>
          <p:cNvPr id="3" name="Google Shape;884;p38">
            <a:extLst>
              <a:ext uri="{FF2B5EF4-FFF2-40B4-BE49-F238E27FC236}">
                <a16:creationId xmlns:a16="http://schemas.microsoft.com/office/drawing/2014/main" id="{BAEC7EF5-46EF-0B8B-397F-82D3C9FA1807}"/>
              </a:ext>
            </a:extLst>
          </p:cNvPr>
          <p:cNvSpPr txBox="1"/>
          <p:nvPr/>
        </p:nvSpPr>
        <p:spPr>
          <a:xfrm>
            <a:off x="4464844" y="778963"/>
            <a:ext cx="3744845" cy="3868600"/>
          </a:xfrm>
          <a:prstGeom prst="rect">
            <a:avLst/>
          </a:prstGeom>
          <a:noFill/>
          <a:ln>
            <a:noFill/>
          </a:ln>
        </p:spPr>
        <p:txBody>
          <a:bodyPr spcFirstLastPara="1" wrap="square" lIns="91425" tIns="91425" rIns="91425" bIns="91425" anchor="t" anchorCtr="0">
            <a:noAutofit/>
          </a:bodyPr>
          <a:lstStyle/>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B5200D"/>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var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previous</a:t>
            </a:r>
            <a:r>
              <a:rPr lang="en-IN" dirty="0" err="1">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length</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B5200D"/>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185E73"/>
                </a:solidFill>
                <a:effectLst/>
                <a:latin typeface="Consolas" panose="020B0609020204030204" pitchFamily="49" charset="0"/>
                <a:ea typeface="Times New Roman" panose="02020603050405020304" pitchFamily="18" charset="0"/>
                <a:cs typeface="Times New Roman" panose="02020603050405020304" pitchFamily="18" charset="0"/>
              </a:rPr>
              <a:t>Math</a:t>
            </a:r>
            <a:r>
              <a:rPr lang="en-IN" dirty="0" err="1">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abs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previous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current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&gt;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threshold</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B5200D"/>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false</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B5200D"/>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true</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function</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rankArray</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arr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let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sortedArr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arr</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sort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a</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b</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=&gt;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b</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a</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let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ranks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arr</a:t>
            </a:r>
            <a:r>
              <a:rPr lang="en-IN" dirty="0" err="1">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map</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val</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F4A85"/>
                </a:solidFill>
                <a:effectLst/>
                <a:latin typeface="Consolas" panose="020B0609020204030204" pitchFamily="49" charset="0"/>
                <a:ea typeface="Times New Roman" panose="02020603050405020304" pitchFamily="18" charset="0"/>
                <a:cs typeface="Times New Roman" panose="02020603050405020304" pitchFamily="18" charset="0"/>
              </a:rPr>
              <a:t>=&gt;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sortedArr</a:t>
            </a:r>
            <a:r>
              <a:rPr lang="en-IN" dirty="0" err="1">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5E2CBC"/>
                </a:solidFill>
                <a:effectLst/>
                <a:latin typeface="Consolas" panose="020B0609020204030204" pitchFamily="49" charset="0"/>
                <a:ea typeface="Times New Roman" panose="02020603050405020304" pitchFamily="18" charset="0"/>
                <a:cs typeface="Times New Roman" panose="02020603050405020304" pitchFamily="18" charset="0"/>
              </a:rPr>
              <a:t>indexOf</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err="1">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val</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96D4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B5200D"/>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dirty="0">
                <a:solidFill>
                  <a:srgbClr val="001080"/>
                </a:solidFill>
                <a:effectLst/>
                <a:latin typeface="Consolas" panose="020B0609020204030204" pitchFamily="49" charset="0"/>
                <a:ea typeface="Times New Roman" panose="02020603050405020304" pitchFamily="18" charset="0"/>
                <a:cs typeface="Times New Roman" panose="02020603050405020304" pitchFamily="18" charset="0"/>
              </a:rPr>
              <a:t>ranks</a:t>
            </a: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a:p>
            <a:pPr>
              <a:lnSpc>
                <a:spcPts val="1425"/>
              </a:lnSpc>
              <a:spcAft>
                <a:spcPts val="800"/>
              </a:spcAft>
            </a:pPr>
            <a:r>
              <a:rPr lang="en-IN" dirty="0">
                <a:solidFill>
                  <a:srgbClr val="29292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211356145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grpSp>
        <p:nvGrpSpPr>
          <p:cNvPr id="785" name="Google Shape;785;p37"/>
          <p:cNvGrpSpPr/>
          <p:nvPr/>
        </p:nvGrpSpPr>
        <p:grpSpPr>
          <a:xfrm>
            <a:off x="6711800" y="535002"/>
            <a:ext cx="1717200" cy="4481412"/>
            <a:chOff x="7091725" y="291542"/>
            <a:chExt cx="1717200" cy="4577541"/>
          </a:xfrm>
        </p:grpSpPr>
        <p:grpSp>
          <p:nvGrpSpPr>
            <p:cNvPr id="786" name="Google Shape;786;p37"/>
            <p:cNvGrpSpPr/>
            <p:nvPr/>
          </p:nvGrpSpPr>
          <p:grpSpPr>
            <a:xfrm>
              <a:off x="7091725" y="291542"/>
              <a:ext cx="1717200" cy="416047"/>
              <a:chOff x="9397475" y="332800"/>
              <a:chExt cx="1717200" cy="404400"/>
            </a:xfrm>
          </p:grpSpPr>
          <p:sp>
            <p:nvSpPr>
              <p:cNvPr id="787" name="Google Shape;78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 name="Google Shape;791;p37"/>
            <p:cNvGrpSpPr/>
            <p:nvPr/>
          </p:nvGrpSpPr>
          <p:grpSpPr>
            <a:xfrm>
              <a:off x="7091725" y="707598"/>
              <a:ext cx="1717200" cy="416047"/>
              <a:chOff x="9397475" y="332800"/>
              <a:chExt cx="1717200" cy="404400"/>
            </a:xfrm>
          </p:grpSpPr>
          <p:sp>
            <p:nvSpPr>
              <p:cNvPr id="792" name="Google Shape;79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 name="Google Shape;796;p37"/>
            <p:cNvGrpSpPr/>
            <p:nvPr/>
          </p:nvGrpSpPr>
          <p:grpSpPr>
            <a:xfrm>
              <a:off x="7091725" y="1123654"/>
              <a:ext cx="1717200" cy="416047"/>
              <a:chOff x="9397475" y="332800"/>
              <a:chExt cx="1717200" cy="404400"/>
            </a:xfrm>
          </p:grpSpPr>
          <p:sp>
            <p:nvSpPr>
              <p:cNvPr id="797" name="Google Shape;79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 name="Google Shape;801;p37"/>
            <p:cNvGrpSpPr/>
            <p:nvPr/>
          </p:nvGrpSpPr>
          <p:grpSpPr>
            <a:xfrm>
              <a:off x="7091725" y="1539710"/>
              <a:ext cx="1717200" cy="416047"/>
              <a:chOff x="9397475" y="332800"/>
              <a:chExt cx="1717200" cy="404400"/>
            </a:xfrm>
          </p:grpSpPr>
          <p:sp>
            <p:nvSpPr>
              <p:cNvPr id="802" name="Google Shape;80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 name="Google Shape;806;p37"/>
            <p:cNvGrpSpPr/>
            <p:nvPr/>
          </p:nvGrpSpPr>
          <p:grpSpPr>
            <a:xfrm>
              <a:off x="7091725" y="1955766"/>
              <a:ext cx="1717200" cy="416047"/>
              <a:chOff x="9397475" y="332800"/>
              <a:chExt cx="1717200" cy="404400"/>
            </a:xfrm>
          </p:grpSpPr>
          <p:sp>
            <p:nvSpPr>
              <p:cNvPr id="807" name="Google Shape;80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37"/>
            <p:cNvGrpSpPr/>
            <p:nvPr/>
          </p:nvGrpSpPr>
          <p:grpSpPr>
            <a:xfrm>
              <a:off x="7091725" y="2372140"/>
              <a:ext cx="1717200" cy="416047"/>
              <a:chOff x="9397475" y="332800"/>
              <a:chExt cx="1717200" cy="404400"/>
            </a:xfrm>
          </p:grpSpPr>
          <p:sp>
            <p:nvSpPr>
              <p:cNvPr id="812" name="Google Shape;81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37"/>
            <p:cNvGrpSpPr/>
            <p:nvPr/>
          </p:nvGrpSpPr>
          <p:grpSpPr>
            <a:xfrm>
              <a:off x="7091725" y="2788196"/>
              <a:ext cx="1717200" cy="416047"/>
              <a:chOff x="9397475" y="332800"/>
              <a:chExt cx="1717200" cy="404400"/>
            </a:xfrm>
          </p:grpSpPr>
          <p:sp>
            <p:nvSpPr>
              <p:cNvPr id="817" name="Google Shape;81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 name="Google Shape;821;p37"/>
            <p:cNvGrpSpPr/>
            <p:nvPr/>
          </p:nvGrpSpPr>
          <p:grpSpPr>
            <a:xfrm>
              <a:off x="7091725" y="3204252"/>
              <a:ext cx="1717200" cy="416047"/>
              <a:chOff x="9397475" y="332800"/>
              <a:chExt cx="1717200" cy="404400"/>
            </a:xfrm>
          </p:grpSpPr>
          <p:sp>
            <p:nvSpPr>
              <p:cNvPr id="822" name="Google Shape;82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37"/>
            <p:cNvGrpSpPr/>
            <p:nvPr/>
          </p:nvGrpSpPr>
          <p:grpSpPr>
            <a:xfrm>
              <a:off x="7091725" y="3620616"/>
              <a:ext cx="1717200" cy="416047"/>
              <a:chOff x="9397475" y="332800"/>
              <a:chExt cx="1717200" cy="404400"/>
            </a:xfrm>
          </p:grpSpPr>
          <p:sp>
            <p:nvSpPr>
              <p:cNvPr id="827" name="Google Shape;82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37"/>
            <p:cNvGrpSpPr/>
            <p:nvPr/>
          </p:nvGrpSpPr>
          <p:grpSpPr>
            <a:xfrm>
              <a:off x="7091725" y="4036672"/>
              <a:ext cx="1717200" cy="416047"/>
              <a:chOff x="9397475" y="332800"/>
              <a:chExt cx="1717200" cy="404400"/>
            </a:xfrm>
          </p:grpSpPr>
          <p:sp>
            <p:nvSpPr>
              <p:cNvPr id="832" name="Google Shape;832;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37"/>
            <p:cNvGrpSpPr/>
            <p:nvPr/>
          </p:nvGrpSpPr>
          <p:grpSpPr>
            <a:xfrm>
              <a:off x="7091725" y="4453037"/>
              <a:ext cx="1717200" cy="416047"/>
              <a:chOff x="9397475" y="332800"/>
              <a:chExt cx="1717200" cy="404400"/>
            </a:xfrm>
          </p:grpSpPr>
          <p:sp>
            <p:nvSpPr>
              <p:cNvPr id="837" name="Google Shape;837;p37"/>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7"/>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7"/>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7"/>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1" name="Google Shape;841;p37"/>
          <p:cNvSpPr/>
          <p:nvPr/>
        </p:nvSpPr>
        <p:spPr>
          <a:xfrm>
            <a:off x="1217675" y="1456250"/>
            <a:ext cx="2160900" cy="946200"/>
          </a:xfrm>
          <a:prstGeom prst="ellipse">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7"/>
          <p:cNvSpPr txBox="1">
            <a:spLocks noGrp="1"/>
          </p:cNvSpPr>
          <p:nvPr>
            <p:ph type="title" idx="2"/>
          </p:nvPr>
        </p:nvSpPr>
        <p:spPr>
          <a:xfrm>
            <a:off x="1391075" y="1628450"/>
            <a:ext cx="1814100" cy="6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843" name="Google Shape;843;p37"/>
          <p:cNvSpPr txBox="1">
            <a:spLocks noGrp="1"/>
          </p:cNvSpPr>
          <p:nvPr>
            <p:ph type="subTitle" idx="1"/>
          </p:nvPr>
        </p:nvSpPr>
        <p:spPr>
          <a:xfrm>
            <a:off x="1027025" y="3465750"/>
            <a:ext cx="3734400" cy="473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Concluding the Presentation</a:t>
            </a:r>
            <a:endParaRPr dirty="0"/>
          </a:p>
        </p:txBody>
      </p:sp>
      <p:sp>
        <p:nvSpPr>
          <p:cNvPr id="844" name="Google Shape;844;p37"/>
          <p:cNvSpPr txBox="1">
            <a:spLocks noGrp="1"/>
          </p:cNvSpPr>
          <p:nvPr>
            <p:ph type="title"/>
          </p:nvPr>
        </p:nvSpPr>
        <p:spPr>
          <a:xfrm>
            <a:off x="1027024" y="2513200"/>
            <a:ext cx="4330789"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Conclusion</a:t>
            </a:r>
            <a:endParaRPr dirty="0"/>
          </a:p>
        </p:txBody>
      </p:sp>
      <p:sp>
        <p:nvSpPr>
          <p:cNvPr id="845" name="Google Shape;845;p37"/>
          <p:cNvSpPr/>
          <p:nvPr/>
        </p:nvSpPr>
        <p:spPr>
          <a:xfrm>
            <a:off x="6299182" y="1101482"/>
            <a:ext cx="946200" cy="946200"/>
          </a:xfrm>
          <a:prstGeom prst="star32">
            <a:avLst>
              <a:gd name="adj" fmla="val 29602"/>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6" name="Google Shape;846;p37"/>
          <p:cNvGrpSpPr/>
          <p:nvPr/>
        </p:nvGrpSpPr>
        <p:grpSpPr>
          <a:xfrm>
            <a:off x="5407866" y="2937784"/>
            <a:ext cx="1390947" cy="929576"/>
            <a:chOff x="715100" y="3009200"/>
            <a:chExt cx="2330675" cy="1557600"/>
          </a:xfrm>
        </p:grpSpPr>
        <p:sp>
          <p:nvSpPr>
            <p:cNvPr id="847" name="Google Shape;847;p37"/>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7"/>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9" name="Google Shape;849;p37">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7">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7">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7">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208808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56"/>
        <p:cNvGrpSpPr/>
        <p:nvPr/>
      </p:nvGrpSpPr>
      <p:grpSpPr>
        <a:xfrm>
          <a:off x="0" y="0"/>
          <a:ext cx="0" cy="0"/>
          <a:chOff x="0" y="0"/>
          <a:chExt cx="0" cy="0"/>
        </a:xfrm>
      </p:grpSpPr>
      <p:grpSp>
        <p:nvGrpSpPr>
          <p:cNvPr id="1657" name="Google Shape;1657;p52"/>
          <p:cNvGrpSpPr/>
          <p:nvPr/>
        </p:nvGrpSpPr>
        <p:grpSpPr>
          <a:xfrm>
            <a:off x="-301991" y="3842708"/>
            <a:ext cx="1341465" cy="1381659"/>
            <a:chOff x="715101" y="1904704"/>
            <a:chExt cx="1667245" cy="1717200"/>
          </a:xfrm>
        </p:grpSpPr>
        <p:grpSp>
          <p:nvGrpSpPr>
            <p:cNvPr id="1658" name="Google Shape;1658;p52"/>
            <p:cNvGrpSpPr/>
            <p:nvPr/>
          </p:nvGrpSpPr>
          <p:grpSpPr>
            <a:xfrm>
              <a:off x="715101" y="1904704"/>
              <a:ext cx="833620" cy="1717200"/>
              <a:chOff x="715101" y="1904704"/>
              <a:chExt cx="833620" cy="1717200"/>
            </a:xfrm>
          </p:grpSpPr>
          <p:grpSp>
            <p:nvGrpSpPr>
              <p:cNvPr id="1659" name="Google Shape;1659;p52"/>
              <p:cNvGrpSpPr/>
              <p:nvPr/>
            </p:nvGrpSpPr>
            <p:grpSpPr>
              <a:xfrm rot="-5400000">
                <a:off x="64908" y="2554897"/>
                <a:ext cx="1717200" cy="416815"/>
                <a:chOff x="9397475" y="332800"/>
                <a:chExt cx="1717200" cy="404400"/>
              </a:xfrm>
            </p:grpSpPr>
            <p:sp>
              <p:nvSpPr>
                <p:cNvPr id="1660" name="Google Shape;1660;p52"/>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2"/>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2"/>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2"/>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4" name="Google Shape;1664;p52"/>
              <p:cNvGrpSpPr/>
              <p:nvPr/>
            </p:nvGrpSpPr>
            <p:grpSpPr>
              <a:xfrm rot="-5400000">
                <a:off x="481713" y="2554897"/>
                <a:ext cx="1717200" cy="416815"/>
                <a:chOff x="9397475" y="332800"/>
                <a:chExt cx="1717200" cy="404400"/>
              </a:xfrm>
            </p:grpSpPr>
            <p:sp>
              <p:nvSpPr>
                <p:cNvPr id="1665" name="Google Shape;1665;p52"/>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2"/>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2"/>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2"/>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69" name="Google Shape;1669;p52"/>
            <p:cNvGrpSpPr/>
            <p:nvPr/>
          </p:nvGrpSpPr>
          <p:grpSpPr>
            <a:xfrm>
              <a:off x="1548726" y="1904704"/>
              <a:ext cx="833620" cy="1717200"/>
              <a:chOff x="715101" y="1904704"/>
              <a:chExt cx="833620" cy="1717200"/>
            </a:xfrm>
          </p:grpSpPr>
          <p:grpSp>
            <p:nvGrpSpPr>
              <p:cNvPr id="1670" name="Google Shape;1670;p52"/>
              <p:cNvGrpSpPr/>
              <p:nvPr/>
            </p:nvGrpSpPr>
            <p:grpSpPr>
              <a:xfrm rot="-5400000">
                <a:off x="64908" y="2554897"/>
                <a:ext cx="1717200" cy="416815"/>
                <a:chOff x="9397475" y="332800"/>
                <a:chExt cx="1717200" cy="404400"/>
              </a:xfrm>
            </p:grpSpPr>
            <p:sp>
              <p:nvSpPr>
                <p:cNvPr id="1671" name="Google Shape;1671;p52"/>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2"/>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2"/>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2"/>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5" name="Google Shape;1675;p52"/>
              <p:cNvGrpSpPr/>
              <p:nvPr/>
            </p:nvGrpSpPr>
            <p:grpSpPr>
              <a:xfrm rot="-5400000">
                <a:off x="481713" y="2554897"/>
                <a:ext cx="1717200" cy="416815"/>
                <a:chOff x="9397475" y="332800"/>
                <a:chExt cx="1717200" cy="404400"/>
              </a:xfrm>
            </p:grpSpPr>
            <p:sp>
              <p:nvSpPr>
                <p:cNvPr id="1676" name="Google Shape;1676;p52"/>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2"/>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2"/>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2"/>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680" name="Google Shape;1680;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a:t>
            </a:r>
            <a:endParaRPr dirty="0"/>
          </a:p>
        </p:txBody>
      </p:sp>
      <p:sp>
        <p:nvSpPr>
          <p:cNvPr id="1682" name="Google Shape;1682;p52"/>
          <p:cNvSpPr txBox="1">
            <a:spLocks noGrp="1"/>
          </p:cNvSpPr>
          <p:nvPr>
            <p:ph type="subTitle" idx="1"/>
          </p:nvPr>
        </p:nvSpPr>
        <p:spPr>
          <a:xfrm>
            <a:off x="1311220" y="1576266"/>
            <a:ext cx="6464671" cy="2266442"/>
          </a:xfrm>
          <a:prstGeom prst="rect">
            <a:avLst/>
          </a:prstGeom>
        </p:spPr>
        <p:txBody>
          <a:bodyPr spcFirstLastPara="1" wrap="square" lIns="91425" tIns="91425" rIns="91425" bIns="91425" anchor="t" anchorCtr="0">
            <a:noAutofit/>
          </a:bodyPr>
          <a:lstStyle/>
          <a:p>
            <a:pPr marL="2540" lvl="0" indent="0" algn="ctr" rtl="0">
              <a:spcBef>
                <a:spcPts val="0"/>
              </a:spcBef>
              <a:spcAft>
                <a:spcPts val="0"/>
              </a:spcAft>
              <a:buSzPts val="1400"/>
              <a:buNone/>
            </a:pPr>
            <a:r>
              <a:rPr lang="en-US" dirty="0"/>
              <a:t>A key element of how the internet works is the Page Rank algorithm. It is a technique created by the co-founders of Google, Larry Page and Sergey Brin, to assess the significance and relevance of a webpage based on the quantity and caliber of links going to it. The Page Rank algorithm, which still serves as the foundation of Google's search engine, has had a big impact on how data is found and displayed online. Because of its widespread impact, search engine optimization and website rankings are now synonymous with this term. The Page Rank algorithm, with its ongoing development and advancement, continues to be a crucial tool for navigating the internet's immense ocean of information.</a:t>
            </a:r>
            <a:endParaRPr dirty="0"/>
          </a:p>
        </p:txBody>
      </p:sp>
      <p:grpSp>
        <p:nvGrpSpPr>
          <p:cNvPr id="1685" name="Google Shape;1685;p52"/>
          <p:cNvGrpSpPr/>
          <p:nvPr/>
        </p:nvGrpSpPr>
        <p:grpSpPr>
          <a:xfrm>
            <a:off x="7417727" y="293989"/>
            <a:ext cx="1390947" cy="929576"/>
            <a:chOff x="715100" y="3009200"/>
            <a:chExt cx="2330675" cy="1557600"/>
          </a:xfrm>
        </p:grpSpPr>
        <p:sp>
          <p:nvSpPr>
            <p:cNvPr id="1686" name="Google Shape;1686;p52"/>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52"/>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8" name="Google Shape;1688;p52"/>
          <p:cNvSpPr/>
          <p:nvPr/>
        </p:nvSpPr>
        <p:spPr>
          <a:xfrm>
            <a:off x="6873406" y="4706244"/>
            <a:ext cx="463500" cy="458100"/>
          </a:xfrm>
          <a:prstGeom prst="star4">
            <a:avLst>
              <a:gd name="adj" fmla="val 7651"/>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2">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2">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2">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2">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77"/>
        <p:cNvGrpSpPr/>
        <p:nvPr/>
      </p:nvGrpSpPr>
      <p:grpSpPr>
        <a:xfrm>
          <a:off x="0" y="0"/>
          <a:ext cx="0" cy="0"/>
          <a:chOff x="0" y="0"/>
          <a:chExt cx="0" cy="0"/>
        </a:xfrm>
      </p:grpSpPr>
      <p:grpSp>
        <p:nvGrpSpPr>
          <p:cNvPr id="2678" name="Google Shape;2678;p64"/>
          <p:cNvGrpSpPr/>
          <p:nvPr/>
        </p:nvGrpSpPr>
        <p:grpSpPr>
          <a:xfrm>
            <a:off x="7521411" y="-114651"/>
            <a:ext cx="1717200" cy="4481412"/>
            <a:chOff x="7091725" y="291542"/>
            <a:chExt cx="1717200" cy="4577541"/>
          </a:xfrm>
        </p:grpSpPr>
        <p:grpSp>
          <p:nvGrpSpPr>
            <p:cNvPr id="2679" name="Google Shape;2679;p64"/>
            <p:cNvGrpSpPr/>
            <p:nvPr/>
          </p:nvGrpSpPr>
          <p:grpSpPr>
            <a:xfrm>
              <a:off x="7091725" y="291542"/>
              <a:ext cx="1717200" cy="416047"/>
              <a:chOff x="9397475" y="332800"/>
              <a:chExt cx="1717200" cy="404400"/>
            </a:xfrm>
          </p:grpSpPr>
          <p:sp>
            <p:nvSpPr>
              <p:cNvPr id="2680" name="Google Shape;2680;p64"/>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64"/>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64"/>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64"/>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4" name="Google Shape;2684;p64"/>
            <p:cNvGrpSpPr/>
            <p:nvPr/>
          </p:nvGrpSpPr>
          <p:grpSpPr>
            <a:xfrm>
              <a:off x="7091725" y="707598"/>
              <a:ext cx="1717200" cy="416047"/>
              <a:chOff x="9397475" y="332800"/>
              <a:chExt cx="1717200" cy="404400"/>
            </a:xfrm>
          </p:grpSpPr>
          <p:sp>
            <p:nvSpPr>
              <p:cNvPr id="2685" name="Google Shape;2685;p64"/>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64"/>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64"/>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64"/>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9" name="Google Shape;2689;p64"/>
            <p:cNvGrpSpPr/>
            <p:nvPr/>
          </p:nvGrpSpPr>
          <p:grpSpPr>
            <a:xfrm>
              <a:off x="7091725" y="1123654"/>
              <a:ext cx="1717200" cy="416047"/>
              <a:chOff x="9397475" y="332800"/>
              <a:chExt cx="1717200" cy="404400"/>
            </a:xfrm>
          </p:grpSpPr>
          <p:sp>
            <p:nvSpPr>
              <p:cNvPr id="2690" name="Google Shape;2690;p64"/>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64"/>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64"/>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64"/>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4" name="Google Shape;2694;p64"/>
            <p:cNvGrpSpPr/>
            <p:nvPr/>
          </p:nvGrpSpPr>
          <p:grpSpPr>
            <a:xfrm>
              <a:off x="7091725" y="1539710"/>
              <a:ext cx="1717200" cy="416047"/>
              <a:chOff x="9397475" y="332800"/>
              <a:chExt cx="1717200" cy="404400"/>
            </a:xfrm>
          </p:grpSpPr>
          <p:sp>
            <p:nvSpPr>
              <p:cNvPr id="2695" name="Google Shape;2695;p64"/>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64"/>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64"/>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64"/>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9" name="Google Shape;2699;p64"/>
            <p:cNvGrpSpPr/>
            <p:nvPr/>
          </p:nvGrpSpPr>
          <p:grpSpPr>
            <a:xfrm>
              <a:off x="7091725" y="1955766"/>
              <a:ext cx="1717200" cy="416047"/>
              <a:chOff x="9397475" y="332800"/>
              <a:chExt cx="1717200" cy="404400"/>
            </a:xfrm>
          </p:grpSpPr>
          <p:sp>
            <p:nvSpPr>
              <p:cNvPr id="2700" name="Google Shape;2700;p64"/>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64"/>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64"/>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64"/>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4" name="Google Shape;2704;p64"/>
            <p:cNvGrpSpPr/>
            <p:nvPr/>
          </p:nvGrpSpPr>
          <p:grpSpPr>
            <a:xfrm>
              <a:off x="7091725" y="2372140"/>
              <a:ext cx="1717200" cy="416047"/>
              <a:chOff x="9397475" y="332800"/>
              <a:chExt cx="1717200" cy="404400"/>
            </a:xfrm>
          </p:grpSpPr>
          <p:sp>
            <p:nvSpPr>
              <p:cNvPr id="2705" name="Google Shape;2705;p64"/>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64"/>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64"/>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64"/>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9" name="Google Shape;2709;p64"/>
            <p:cNvGrpSpPr/>
            <p:nvPr/>
          </p:nvGrpSpPr>
          <p:grpSpPr>
            <a:xfrm>
              <a:off x="7091725" y="2788196"/>
              <a:ext cx="1717200" cy="416047"/>
              <a:chOff x="9397475" y="332800"/>
              <a:chExt cx="1717200" cy="404400"/>
            </a:xfrm>
          </p:grpSpPr>
          <p:sp>
            <p:nvSpPr>
              <p:cNvPr id="2710" name="Google Shape;2710;p64"/>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64"/>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64"/>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64"/>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4" name="Google Shape;2714;p64"/>
            <p:cNvGrpSpPr/>
            <p:nvPr/>
          </p:nvGrpSpPr>
          <p:grpSpPr>
            <a:xfrm>
              <a:off x="7091725" y="3204252"/>
              <a:ext cx="1717200" cy="416047"/>
              <a:chOff x="9397475" y="332800"/>
              <a:chExt cx="1717200" cy="404400"/>
            </a:xfrm>
          </p:grpSpPr>
          <p:sp>
            <p:nvSpPr>
              <p:cNvPr id="2715" name="Google Shape;2715;p64"/>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64"/>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64"/>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64"/>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9" name="Google Shape;2719;p64"/>
            <p:cNvGrpSpPr/>
            <p:nvPr/>
          </p:nvGrpSpPr>
          <p:grpSpPr>
            <a:xfrm>
              <a:off x="7091725" y="3620616"/>
              <a:ext cx="1717200" cy="416047"/>
              <a:chOff x="9397475" y="332800"/>
              <a:chExt cx="1717200" cy="404400"/>
            </a:xfrm>
          </p:grpSpPr>
          <p:sp>
            <p:nvSpPr>
              <p:cNvPr id="2720" name="Google Shape;2720;p64"/>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64"/>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64"/>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64"/>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4" name="Google Shape;2724;p64"/>
            <p:cNvGrpSpPr/>
            <p:nvPr/>
          </p:nvGrpSpPr>
          <p:grpSpPr>
            <a:xfrm>
              <a:off x="7091725" y="4036672"/>
              <a:ext cx="1717200" cy="416047"/>
              <a:chOff x="9397475" y="332800"/>
              <a:chExt cx="1717200" cy="404400"/>
            </a:xfrm>
          </p:grpSpPr>
          <p:sp>
            <p:nvSpPr>
              <p:cNvPr id="2725" name="Google Shape;2725;p64"/>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64"/>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64"/>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64"/>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9" name="Google Shape;2729;p64"/>
            <p:cNvGrpSpPr/>
            <p:nvPr/>
          </p:nvGrpSpPr>
          <p:grpSpPr>
            <a:xfrm>
              <a:off x="7091725" y="4453037"/>
              <a:ext cx="1717200" cy="416047"/>
              <a:chOff x="9397475" y="332800"/>
              <a:chExt cx="1717200" cy="404400"/>
            </a:xfrm>
          </p:grpSpPr>
          <p:sp>
            <p:nvSpPr>
              <p:cNvPr id="2730" name="Google Shape;2730;p64"/>
              <p:cNvSpPr/>
              <p:nvPr/>
            </p:nvSpPr>
            <p:spPr>
              <a:xfrm>
                <a:off x="93974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64"/>
              <p:cNvSpPr/>
              <p:nvPr/>
            </p:nvSpPr>
            <p:spPr>
              <a:xfrm>
                <a:off x="98267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64"/>
              <p:cNvSpPr/>
              <p:nvPr/>
            </p:nvSpPr>
            <p:spPr>
              <a:xfrm>
                <a:off x="102560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64"/>
              <p:cNvSpPr/>
              <p:nvPr/>
            </p:nvSpPr>
            <p:spPr>
              <a:xfrm>
                <a:off x="10685375" y="332800"/>
                <a:ext cx="429300" cy="404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734" name="Google Shape;2734;p64"/>
          <p:cNvSpPr/>
          <p:nvPr/>
        </p:nvSpPr>
        <p:spPr>
          <a:xfrm>
            <a:off x="6417282" y="3713957"/>
            <a:ext cx="946200" cy="946200"/>
          </a:xfrm>
          <a:prstGeom prst="star32">
            <a:avLst>
              <a:gd name="adj" fmla="val 29602"/>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35" name="Google Shape;2735;p64"/>
          <p:cNvGrpSpPr/>
          <p:nvPr/>
        </p:nvGrpSpPr>
        <p:grpSpPr>
          <a:xfrm>
            <a:off x="6130441" y="641545"/>
            <a:ext cx="1390947" cy="929576"/>
            <a:chOff x="715100" y="3009200"/>
            <a:chExt cx="2330675" cy="1557600"/>
          </a:xfrm>
        </p:grpSpPr>
        <p:sp>
          <p:nvSpPr>
            <p:cNvPr id="2736" name="Google Shape;2736;p64"/>
            <p:cNvSpPr/>
            <p:nvPr/>
          </p:nvSpPr>
          <p:spPr>
            <a:xfrm>
              <a:off x="715100"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64"/>
            <p:cNvSpPr/>
            <p:nvPr/>
          </p:nvSpPr>
          <p:spPr>
            <a:xfrm>
              <a:off x="1488175" y="3009200"/>
              <a:ext cx="1557600" cy="1557600"/>
            </a:xfrm>
            <a:prstGeom prst="flowChartOr">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8" name="Google Shape;2738;p64"/>
          <p:cNvGrpSpPr/>
          <p:nvPr/>
        </p:nvGrpSpPr>
        <p:grpSpPr>
          <a:xfrm>
            <a:off x="7025791" y="2369550"/>
            <a:ext cx="670808" cy="737136"/>
            <a:chOff x="5608975" y="754475"/>
            <a:chExt cx="989100" cy="1086900"/>
          </a:xfrm>
        </p:grpSpPr>
        <p:sp>
          <p:nvSpPr>
            <p:cNvPr id="2739" name="Google Shape;2739;p64"/>
            <p:cNvSpPr/>
            <p:nvPr/>
          </p:nvSpPr>
          <p:spPr>
            <a:xfrm>
              <a:off x="5608975" y="754475"/>
              <a:ext cx="989100" cy="1086900"/>
            </a:xfrm>
            <a:prstGeom prst="star4">
              <a:avLst>
                <a:gd name="adj" fmla="val 10049"/>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64"/>
            <p:cNvSpPr/>
            <p:nvPr/>
          </p:nvSpPr>
          <p:spPr>
            <a:xfrm>
              <a:off x="6068125" y="1262675"/>
              <a:ext cx="70800" cy="7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1" name="Google Shape;2741;p64"/>
          <p:cNvSpPr txBox="1">
            <a:spLocks noGrp="1"/>
          </p:cNvSpPr>
          <p:nvPr>
            <p:ph type="title"/>
          </p:nvPr>
        </p:nvSpPr>
        <p:spPr>
          <a:xfrm>
            <a:off x="1664059" y="2140062"/>
            <a:ext cx="4125492" cy="8633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5400" dirty="0"/>
              <a:t>Thank You!</a:t>
            </a:r>
            <a:endParaRPr sz="5400" dirty="0"/>
          </a:p>
        </p:txBody>
      </p:sp>
      <p:sp>
        <p:nvSpPr>
          <p:cNvPr id="2743" name="Google Shape;2743;p64">
            <a:hlinkClick r:id="" action="ppaction://hlinkshowjump?jump=nextslide"/>
          </p:cNvPr>
          <p:cNvSpPr/>
          <p:nvPr/>
        </p:nvSpPr>
        <p:spPr>
          <a:xfrm flipH="1">
            <a:off x="8292323"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64">
            <a:hlinkClick r:id="" action="ppaction://hlinkshowjump?jump=nextslide"/>
          </p:cNvPr>
          <p:cNvSpPr/>
          <p:nvPr/>
        </p:nvSpPr>
        <p:spPr>
          <a:xfrm rot="10800000" flipH="1">
            <a:off x="8392793"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64">
            <a:hlinkClick r:id="" action="ppaction://hlinkshowjump?jump=previousslide"/>
          </p:cNvPr>
          <p:cNvSpPr/>
          <p:nvPr/>
        </p:nvSpPr>
        <p:spPr>
          <a:xfrm>
            <a:off x="7775891" y="4608532"/>
            <a:ext cx="516600" cy="5376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64">
            <a:hlinkClick r:id="" action="ppaction://hlinkshowjump?jump=previousslide"/>
          </p:cNvPr>
          <p:cNvSpPr/>
          <p:nvPr/>
        </p:nvSpPr>
        <p:spPr>
          <a:xfrm rot="10800000">
            <a:off x="7876275" y="4765597"/>
            <a:ext cx="315747" cy="22352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Power wheelchairs MK Plan by Slidesgo">
  <a:themeElements>
    <a:clrScheme name="Simple Light">
      <a:dk1>
        <a:srgbClr val="254E7A"/>
      </a:dk1>
      <a:lt1>
        <a:srgbClr val="F7F3EA"/>
      </a:lt1>
      <a:dk2>
        <a:srgbClr val="CBE3EF"/>
      </a:dk2>
      <a:lt2>
        <a:srgbClr val="78B3F0"/>
      </a:lt2>
      <a:accent1>
        <a:srgbClr val="5584B0"/>
      </a:accent1>
      <a:accent2>
        <a:srgbClr val="424242"/>
      </a:accent2>
      <a:accent3>
        <a:srgbClr val="FFFFFF"/>
      </a:accent3>
      <a:accent4>
        <a:srgbClr val="FFFFFF"/>
      </a:accent4>
      <a:accent5>
        <a:srgbClr val="FFFFFF"/>
      </a:accent5>
      <a:accent6>
        <a:srgbClr val="FFFFFF"/>
      </a:accent6>
      <a:hlink>
        <a:srgbClr val="254E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TotalTime>
  <Words>2021</Words>
  <Application>Microsoft Office PowerPoint</Application>
  <PresentationFormat>On-screen Show (16:9)</PresentationFormat>
  <Paragraphs>247</Paragraphs>
  <Slides>32</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Jost</vt:lpstr>
      <vt:lpstr>Bebas Neue</vt:lpstr>
      <vt:lpstr>Times New Roman</vt:lpstr>
      <vt:lpstr>Calibri</vt:lpstr>
      <vt:lpstr>Arial</vt:lpstr>
      <vt:lpstr>Cambria Math</vt:lpstr>
      <vt:lpstr>Poppins SemiBold</vt:lpstr>
      <vt:lpstr>Consolas</vt:lpstr>
      <vt:lpstr>Power wheelchairs MK Plan by Slidesgo</vt:lpstr>
      <vt:lpstr>Page Rank Algorithm</vt:lpstr>
      <vt:lpstr>Table of Contents</vt:lpstr>
      <vt:lpstr>Team 10 Batch B</vt:lpstr>
      <vt:lpstr>01</vt:lpstr>
      <vt:lpstr>Page Rank Algorithm</vt:lpstr>
      <vt:lpstr>Page Rank Algorithm</vt:lpstr>
      <vt:lpstr>02</vt:lpstr>
      <vt:lpstr>PowerPoint Presentation</vt:lpstr>
      <vt:lpstr>PowerPoint Presentation</vt:lpstr>
      <vt:lpstr>PowerPoint Presentation</vt:lpstr>
      <vt:lpstr>PowerPoint Presentation</vt:lpstr>
      <vt:lpstr>PowerPoint Presentation</vt:lpstr>
      <vt:lpstr>PowerPoint Presentation</vt:lpstr>
      <vt:lpstr>Markov’s Chain</vt:lpstr>
      <vt:lpstr>03</vt:lpstr>
      <vt:lpstr>Calculations</vt:lpstr>
      <vt:lpstr>Calculations</vt:lpstr>
      <vt:lpstr>Calculations</vt:lpstr>
      <vt:lpstr>Calculations</vt:lpstr>
      <vt:lpstr>Calculations</vt:lpstr>
      <vt:lpstr>04</vt:lpstr>
      <vt:lpstr>MatLab</vt:lpstr>
      <vt:lpstr>MatLab</vt:lpstr>
      <vt:lpstr>MatLab</vt:lpstr>
      <vt:lpstr>MatLab</vt:lpstr>
      <vt:lpstr>JavaScript</vt:lpstr>
      <vt:lpstr>JavaScript</vt:lpstr>
      <vt:lpstr>JavaScript</vt:lpstr>
      <vt:lpstr>JavaScript</vt:lpstr>
      <vt:lpstr>05</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Page Rank Algorithm</dc:title>
  <cp:lastModifiedBy>vishalatmaduari@outlook.com</cp:lastModifiedBy>
  <cp:revision>3</cp:revision>
  <dcterms:modified xsi:type="dcterms:W3CDTF">2023-02-17T05:17:10Z</dcterms:modified>
</cp:coreProperties>
</file>